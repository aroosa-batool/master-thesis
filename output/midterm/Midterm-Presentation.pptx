
<file path=[Content_Types].xml><?xml version="1.0" encoding="utf-8"?>
<ns0:Types xmlns:ns0="http://schemas.openxmlformats.org/package/2006/content-types">
  <ns0:Default ContentType="image/jpeg" Extension="jpg"/>
  <ns0:Default ContentType="application/xml" Extension="xml"/>
  <ns0:Default ContentType="image/png" Extension="png"/>
  <ns0:Default ContentType="application/vnd.openxmlformats-officedocument.obfuscatedFont" Extension="odttf"/>
  <ns0:Default ContentType="application/vnd.openxmlformats-package.relationships+xml" Extension="rels"/>
  <ns0:Override ContentType="application/vnd.openxmlformats-officedocument.presentationml.notesSlide+xml" PartName="/ppt/notesSlides/notesSlide1.xml"/>
  <ns0:Override ContentType="application/vnd.openxmlformats-officedocument.presentationml.notesSlide+xml" PartName="/ppt/notesSlides/notesSlide3.xml"/>
  <ns0:Override ContentType="application/vnd.openxmlformats-officedocument.presentationml.notesSlide+xml" PartName="/ppt/notesSlides/notesSlide2.xml"/>
  <ns0:Override ContentType="application/vnd.openxmlformats-officedocument.presentationml.notesSlide+xml" PartName="/ppt/notesSlides/notesSlide4.xml"/>
  <ns0:Override ContentType="application/vnd.openxmlformats-officedocument.presentationml.slideLayout+xml" PartName="/ppt/slideLayouts/slideLayout3.xml"/>
  <ns0:Override ContentType="application/vnd.openxmlformats-officedocument.presentationml.slideLayout+xml" PartName="/ppt/slideLayouts/slideLayout5.xml"/>
  <ns0:Override ContentType="application/vnd.openxmlformats-officedocument.presentationml.slideLayout+xml" PartName="/ppt/slideLayouts/slideLayout18.xml"/>
  <ns0:Override ContentType="application/vnd.openxmlformats-officedocument.presentationml.slideLayout+xml" PartName="/ppt/slideLayouts/slideLayout11.xml"/>
  <ns0:Override ContentType="application/vnd.openxmlformats-officedocument.presentationml.slideLayout+xml" PartName="/ppt/slideLayouts/slideLayout13.xml"/>
  <ns0:Override ContentType="application/vnd.openxmlformats-officedocument.presentationml.slideLayout+xml" PartName="/ppt/slideLayouts/slideLayout1.xml"/>
  <ns0:Override ContentType="application/vnd.openxmlformats-officedocument.presentationml.slideLayout+xml" PartName="/ppt/slideLayouts/slideLayout7.xml"/>
  <ns0:Override ContentType="application/vnd.openxmlformats-officedocument.presentationml.slideLayout+xml" PartName="/ppt/slideLayouts/slideLayout16.xml"/>
  <ns0:Override ContentType="application/vnd.openxmlformats-officedocument.presentationml.slideLayout+xml" PartName="/ppt/slideLayouts/slideLayout20.xml"/>
  <ns0:Override ContentType="application/vnd.openxmlformats-officedocument.presentationml.slideLayout+xml" PartName="/ppt/slideLayouts/slideLayout9.xml"/>
  <ns0:Override ContentType="application/vnd.openxmlformats-officedocument.presentationml.slideLayout+xml" PartName="/ppt/slideLayouts/slideLayout19.xml"/>
  <ns0:Override ContentType="application/vnd.openxmlformats-officedocument.presentationml.slideLayout+xml" PartName="/ppt/slideLayouts/slideLayout4.xml"/>
  <ns0:Override ContentType="application/vnd.openxmlformats-officedocument.presentationml.slideLayout+xml" PartName="/ppt/slideLayouts/slideLayout17.xml"/>
  <ns0:Override ContentType="application/vnd.openxmlformats-officedocument.presentationml.slideLayout+xml" PartName="/ppt/slideLayouts/slideLayout14.xml"/>
  <ns0:Override ContentType="application/vnd.openxmlformats-officedocument.presentationml.slideLayout+xml" PartName="/ppt/slideLayouts/slideLayout2.xml"/>
  <ns0:Override ContentType="application/vnd.openxmlformats-officedocument.presentationml.slideLayout+xml" PartName="/ppt/slideLayouts/slideLayout12.xml"/>
  <ns0:Override ContentType="application/vnd.openxmlformats-officedocument.presentationml.slideLayout+xml" PartName="/ppt/slideLayouts/slideLayout10.xml"/>
  <ns0:Override ContentType="application/vnd.openxmlformats-officedocument.presentationml.slideLayout+xml" PartName="/ppt/slideLayouts/slideLayout15.xml"/>
  <ns0:Override ContentType="application/vnd.openxmlformats-officedocument.presentationml.slideLayout+xml" PartName="/ppt/slideLayouts/slideLayout6.xml"/>
  <ns0:Override ContentType="application/vnd.openxmlformats-officedocument.presentationml.slideLayout+xml" PartName="/ppt/slideLayouts/slideLayout8.xml"/>
  <ns0:Override ContentType="application/vnd.openxmlformats-officedocument.presentationml.slideLayout+xml" PartName="/ppt/slideLayouts/slideLayout21.xml"/>
  <ns0:Override ContentType="application/vnd.openxmlformats-officedocument.presentationml.slideMaster+xml" PartName="/ppt/slideMasters/slideMaster1.xml"/>
  <ns0:Override ContentType="application/vnd.openxmlformats-officedocument.presentationml.slide+xml" PartName="/ppt/slides/slide4.xml"/>
  <ns0:Override ContentType="application/vnd.openxmlformats-officedocument.presentationml.slide+xml" PartName="/ppt/slides/slide1.xml"/>
  <ns0:Override ContentType="application/vnd.openxmlformats-officedocument.presentationml.slide+xml" PartName="/ppt/slides/slide2.xml"/>
  <ns0:Override ContentType="application/vnd.openxmlformats-officedocument.presentationml.slide+xml" PartName="/ppt/slides/slide3.xml"/>
  <ns0:Override ContentType="application/vnd.openxmlformats-officedocument.presentationml.notesMaster+xml" PartName="/ppt/notesMasters/notesMaster1.xml"/>
  <ns0:Override ContentType="application/vnd.openxmlformats-officedocument.presentationml.presentation.main+xml" PartName="/ppt/presentation.xml"/>
  <ns0:Override ContentType="application/vnd.openxmlformats-officedocument.presentationml.presProps+xml" PartName="/ppt/presProps.xml"/>
  <ns0:Override ContentType="application/vnd.openxmlformats-officedocument.theme+xml" PartName="/ppt/theme/theme1.xml"/>
  <ns0:Override ContentType="application/vnd.openxmlformats-officedocument.theme+xml" PartName="/ppt/theme/theme2.xml"/>
  <ns0:Override PartName="/ppt/slides/slide5.xml" ContentType="application/vnd.openxmlformats-officedocument.presentationml.slide+xml"/>
  <ns0:Override PartName="/ppt/notesSlides/notesSlide5.xml" ContentType="application/vnd.openxmlformats-officedocument.presentationml.notesSlide+xml"/>
  <ns0:Override PartName="/ppt/slides/slide6.xml" ContentType="application/vnd.openxmlformats-officedocument.presentationml.slide+xml"/>
  <ns0:Override PartName="/ppt/notesSlides/notesSlide6.xml" ContentType="application/vnd.openxmlformats-officedocument.presentationml.notesSlide+xml"/>
  <ns0:Override PartName="/ppt/slides/slide7.xml" ContentType="application/vnd.openxmlformats-officedocument.presentationml.slide+xml"/>
  <ns0:Override PartName="/ppt/notesSlides/notesSlide7.xml" ContentType="application/vnd.openxmlformats-officedocument.presentationml.notesSlide+xml"/>
  <ns0:Override PartName="/ppt/slides/slide8.xml" ContentType="application/vnd.openxmlformats-officedocument.presentationml.slide+xml"/>
  <ns0:Override PartName="/ppt/notesSlides/notesSlide8.xml" ContentType="application/vnd.openxmlformats-officedocument.presentationml.notesSlide+xml"/>
  <ns0:Override PartName="/ppt/slides/slide9.xml" ContentType="application/vnd.openxmlformats-officedocument.presentationml.slide+xml"/>
  <ns0:Override PartName="/ppt/notesSlides/notesSlide9.xml" ContentType="application/vnd.openxmlformats-officedocument.presentationml.notesSlide+xml"/>
  <ns0:Override PartName="/ppt/slides/slide10.xml" ContentType="application/vnd.openxmlformats-officedocument.presentationml.slide+xml"/>
  <ns0:Override PartName="/ppt/notesSlides/notesSlide10.xml" ContentType="application/vnd.openxmlformats-officedocument.presentationml.notesSlide+xml"/>
  <ns0:Override PartName="/ppt/slides/slide11.xml" ContentType="application/vnd.openxmlformats-officedocument.presentationml.slide+xml"/>
  <ns0:Override PartName="/ppt/notesSlides/notesSlide11.xml" ContentType="application/vnd.openxmlformats-officedocument.presentationml.notesSlide+xml"/>
  <ns0:Override PartName="/ppt/slides/slide12.xml" ContentType="application/vnd.openxmlformats-officedocument.presentationml.slide+xml"/>
  <ns0:Override PartName="/ppt/notesSlides/notesSlide12.xml" ContentType="application/vnd.openxmlformats-officedocument.presentationml.notesSlide+xml"/>
  <ns0:Override PartName="/ppt/slides/slide13.xml" ContentType="application/vnd.openxmlformats-officedocument.presentationml.slide+xml"/>
  <ns0:Override PartName="/ppt/notesSlides/notesSlide13.xml" ContentType="application/vnd.openxmlformats-officedocument.presentationml.notesSlide+xml"/>
  <ns0:Override PartName="/ppt/slides/slide14.xml" ContentType="application/vnd.openxmlformats-officedocument.presentationml.slide+xml"/>
  <ns0:Override PartName="/ppt/notesSlides/notesSlide14.xml" ContentType="application/vnd.openxmlformats-officedocument.presentationml.notesSlide+xml"/>
  <ns0:Override PartName="/ppt/slides/slide15.xml" ContentType="application/vnd.openxmlformats-officedocument.presentationml.slide+xml"/>
  <ns0:Override PartName="/ppt/notesSlides/notesSlide15.xml" ContentType="application/vnd.openxmlformats-officedocument.presentationml.notesSlide+xml"/>
</ns0: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trictFirstAndLastChars="0" saveSubsetFonts="1">
  <p:sldMasterIdLst>
    <p:sldMasterId id="2147483669" r:id="rId3"/>
  </p:sldMasterIdLst>
  <p:notesMasterIdLst>
    <p:notesMasterId r:id="rId4"/>
  </p:notesMasterIdLst>
  <p:sldIdLst>
    <p:sldId id="256" r:id="rIdMidterm1"/>
    <p:sldId id="257" r:id="rIdMidterm2"/>
    <p:sldId id="258" r:id="rIdMidterm3"/>
    <p:sldId id="259" r:id="rIdMidterm4"/>
    <p:sldId id="260" r:id="rIdMidterm5"/>
    <p:sldId id="261" r:id="rIdMidterm6"/>
    <p:sldId id="262" r:id="rIdMidterm7"/>
    <p:sldId id="263" r:id="rIdMidterm8"/>
    <p:sldId id="264" r:id="rIdMidterm9"/>
    <p:sldId id="265" r:id="rIdMidterm10"/>
    <p:sldId id="266" r:id="rIdMidterm11"/>
    <p:sldId id="267" r:id="rIdMidterm12"/>
    <p:sldId id="268" r:id="rIdMidterm13"/>
    <p:sldId id="269" r:id="rIdMidterm14"/>
    <p:sldId id="270" r:id="rIdMidterm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ns0:Relationships xmlns:ns0="http://schemas.openxmlformats.org/package/2006/relationships"><ns0:Relationship Id="rId1" Type="http://schemas.openxmlformats.org/officeDocument/2006/relationships/theme" Target="theme/theme2.xml" /><ns0:Relationship Id="rId2" Type="http://schemas.openxmlformats.org/officeDocument/2006/relationships/presProps" Target="presProps.xml" /><ns0:Relationship Id="rId3" Type="http://schemas.openxmlformats.org/officeDocument/2006/relationships/slideMaster" Target="slideMasters/slideMaster1.xml" /><ns0:Relationship Id="rId4" Type="http://schemas.openxmlformats.org/officeDocument/2006/relationships/notesMaster" Target="notesMasters/notesMaster1.xml" /><ns0:Relationship Id="rIdMidterm1" Type="http://schemas.openxmlformats.org/officeDocument/2006/relationships/slide" Target="slides/slide1.xml" /><ns0:Relationship Id="rIdMidterm2" Type="http://schemas.openxmlformats.org/officeDocument/2006/relationships/slide" Target="slides/slide2.xml" /><ns0:Relationship Id="rIdMidterm3" Type="http://schemas.openxmlformats.org/officeDocument/2006/relationships/slide" Target="slides/slide3.xml" /><ns0:Relationship Id="rIdMidterm4" Type="http://schemas.openxmlformats.org/officeDocument/2006/relationships/slide" Target="slides/slide4.xml" /><ns0:Relationship Id="rIdMidterm5" Type="http://schemas.openxmlformats.org/officeDocument/2006/relationships/slide" Target="slides/slide5.xml" /><ns0:Relationship Id="rIdMidterm6" Type="http://schemas.openxmlformats.org/officeDocument/2006/relationships/slide" Target="slides/slide6.xml" /><ns0:Relationship Id="rIdMidterm7" Type="http://schemas.openxmlformats.org/officeDocument/2006/relationships/slide" Target="slides/slide7.xml" /><ns0:Relationship Id="rIdMidterm8" Type="http://schemas.openxmlformats.org/officeDocument/2006/relationships/slide" Target="slides/slide8.xml" /><ns0:Relationship Id="rIdMidterm9" Type="http://schemas.openxmlformats.org/officeDocument/2006/relationships/slide" Target="slides/slide9.xml" /><ns0:Relationship Id="rIdMidterm10" Type="http://schemas.openxmlformats.org/officeDocument/2006/relationships/slide" Target="slides/slide10.xml" /><ns0:Relationship Id="rIdMidterm11" Type="http://schemas.openxmlformats.org/officeDocument/2006/relationships/slide" Target="slides/slide11.xml" /><ns0:Relationship Id="rIdMidterm12" Type="http://schemas.openxmlformats.org/officeDocument/2006/relationships/slide" Target="slides/slide12.xml" /><ns0:Relationship Id="rIdMidterm13" Type="http://schemas.openxmlformats.org/officeDocument/2006/relationships/slide" Target="slides/slide13.xml" /><ns0:Relationship Id="rIdMidterm14" Type="http://schemas.openxmlformats.org/officeDocument/2006/relationships/slide" Target="slides/slide14.xml" /><ns0:Relationship Id="rIdMidterm15" Type="http://schemas.openxmlformats.org/officeDocument/2006/relationships/slide" Target="slides/slide15.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xml" /></ns0:Relationships>
</file>

<file path=ppt/notesSlides/_rels/notesSlide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xml" /></ns0:Relationships>
</file>

<file path=ppt/notesSlides/_rels/notesSlide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3.xml" /></ns0:Relationships>
</file>

<file path=ppt/notesSlides/_rels/notesSlide4.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4.xml" /></ns0:Relationships>
</file>

<file path=ppt/notesSlides/_rels/notesSlide5.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5.xml" /></ns0:Relationships>
</file>

<file path=ppt/notesSlides/_rels/notesSlide6.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6.xml" /></ns0:Relationships>
</file>

<file path=ppt/notesSlides/_rels/notesSlide7.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7.xml" /></ns0:Relationships>
</file>

<file path=ppt/notesSlides/_rels/notesSlide8.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8.xml" /></ns0:Relationships>
</file>

<file path=ppt/notesSlides/_rels/notesSlide9.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9.xml" /></ns0:Relationships>
</file>

<file path=ppt/notesSlides/_rels/notesSlide10.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0.xml" /></ns0:Relationships>
</file>

<file path=ppt/notesSlides/_rels/notesSlide11.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1.xml" /></ns0:Relationships>
</file>

<file path=ppt/notesSlides/_rels/notesSlide1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2.xml" /></ns0:Relationships>
</file>

<file path=ppt/notesSlides/_rels/notesSlide13.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3.xml" /></ns0:Relationships>
</file>

<file path=ppt/notesSlides/_rels/notesSlide14.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4.xml" /></ns0:Relationships>
</file>

<file path=ppt/notesSlides/_rels/notesSlide15.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5.xml" /></ns0:Relationships>
</file>

<file path=ppt/notesSlides/notesSlide1.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0.5 minutes. CUMULATIVE: 0.5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My thesis explores how a social robot can deliver a useful reminder without revealing private information to people nearby. I use an Ohbot, a Bangle.js watch and local sensing. Today I will show the prototype, component measurements and the study I am preparing.</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README.md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1.5 minutes. CUMULATIVE: 2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Use the appointment example throughout. Detection alone cannot determine whether sharing is socially acceptable. The watch lets the wearer respond discreetly and receive the reminder privately. Do not claim perfect privacy or visitor consent to recognition. Transition to the research questions.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README.md; docs/design_hld.md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1.25 minutes. CUMULATIVE: 3.25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RQ1 addresses the architecture. RQ2 is the main empirical question in the revised story survey. RQ3 currently addresses stated preferences, since the main study does not manipulate memory. These are proposed questions, not completed findings. Contribution at midterm: an end-to-end prototype and a clearly scoped evaluation design.</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README.md; user-study/story-survey-v2/research-design.md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2.25 minutes. CUMULATIVE: 5.5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The laptop coordinates reminder scheduling, sensitivity classification and presence sensing. It sends a consent request to the watch and commands the robot. BLE connectivity is a coarse owner-presence proxy, not proof of wearing or room location. Core presence processing is local. The watch provides both consent input and private delivery.</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README.md; docs/technical_hld.md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2.25 minutes. CUMULATIVE: 7.75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Walk through the four cases. Unanswered prompts never become remembered preferences. A refusal produces a neutral greeting and a watch note. The unified app withholds sensitive speech when sensing is inconclusive. Legacy fusion paths differ, so scope this safety behavior to the unified app. Recognition and sensitivity errors remain risks.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README.md; user-study/story-survey-v2/research-design.md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1.5 minutes. CUMULATIVE: 9.25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A silent visitor can evade microphone detection. A camera has a limited field of view. Fusion escalates after no non-owner voice is detected, including the owner-alone case. It does not guarantee less sensing in every situation. Current packages also differ in activation duration and head movement, so the study estimates perceptions of complete packages.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README.md; user-study/story-survey-v2/research-design.md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1.25 minutes. CUMULATIVE: 10.5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Memory exists in camera, microphone and fusion apps. Re-ask stores no disclosure decisions but still retains recognition galleries. Apps use a broad reminder key, so an answer can transfer across topics. Current revocation requires clearing local state. The trade-off is convenience versus outdated preferences. Revised survey memory items measure preference, not a causal treatment effect.</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README.md; user-study/story-survey-v2/research-design.md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1.25 minutes. CUMULATIVE: 11.75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This is the progress checkpoint. The repository contains integrated delivery paths, a local presentation workstation, evaluation capture tools and revised survey preparation materials. Code availability does not prove real-world recognition accuracy, trust or confirmed private receipt. No participant findings are claimed today. The next slide contains actual bundled component measurements.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README.md; robot/bench/results</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1.5 minutes. CUMULATIVE: 13.25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Explain input sizes and units. Component latency is not total response time and excludes acquisition windows and user interaction. Do not rank face and voice models by these unlike units. Bundled ArcFace is 81.01 ms per crop and ECAPA is 31.28 ms per six-second utterance. Faster computation does not prove better identification. Labeled capture and false-match evaluation remain necessary.</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robot/bench/results/camera_results.md; robot/bench/results/voice_results.md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1.75 minutes. CUMULATIVE: 15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The revised design is dated October 4. Six stories cross health, financial and personal topics with two relationship/settings. Each participant sees a story once, while sensing versions rotate between participants. Three allocations, two response schedules and six balanced orders yield 36 cells. This is not the sample size. Main visitors are detected in every package, enabling matched outcomes.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user-study/story-survey-v2/README.md; research-design.md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1.5 minutes. CUMULATIVE: 16.5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Plan two primary contrasts with Holm correction. Account for participant dependence, base story, response schedule, actual outcome and presentation position. Core questions are adaptations or new items, not a validated scale. Optional RoSAS or MDMT modules would add burden. Participant N is the sampling unit. Sample size and survey duration require simulation and pilot evidence.</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user-study/story-survey-v2/research-design.md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1.25 minutes. CUMULATIVE: 17.75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Primary fallback stories do not test experiencing camera activation. Camera-only has a continuous session preview. Microphone has a scheduled five-minute window. The audit finds that fusion camera capture may fill the remaining interval, so do not describe every scan as brief. The no-sensor story is private-only and appears last. Hypothetical judgments cannot establish live behavior or visitor experience.</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user-study/story-survey-v2/research-design.md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1.5 minutes. CUMULATIVE: 19.25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Present a sequence rather than invented dates. Complete institutional, ethics, storage, retention and withdrawal details. Pilot active-sensor and consent comprehension. Technical tests need labeled data, silent visitors, off-camera visitors, false matches and failure paths. Freeze the analysis before collection. Ask whether the current package comparison is sufficient or a distinct live fallback evaluation should be prioritized.</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user-study/story-survey-v2/README.md; docs/algorithm_comparison.md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0.75 minutes. CUMULATIVE: 20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Close: the system implements a concrete privacy-aware reminder workflow. Early measurements address feasibility. The next phase addresses acceptability and recognition robustness. Request feedback on the package-comparison scope and whether a separate live fallback test is needed. Pause for questions.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README.md; user-study/story-survey-v2/research-design.md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marL="0" indent="0">
              <a:buNone/>
              <a:spcAft>
                <a:spcPts val="300"/>
              </a:spcAft>
              <a:lnSpc>
                <a:spcPct val="110000"/>
              </a:lnSpc>
            </a:pPr>
            <a:r>
              <a:rPr sz="1200" b="0">
                <a:latin typeface="Calibri"/>
                <a:solidFill>
                  <a:srgbClr val="000000"/>
                </a:solidFill>
              </a:rPr>
              <a:t>TARGET: 0 minutes. CUMULATIVE: 20 minutes.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Outside the 20-minute speaking budget. Likely answers: BLE does not prove room presence. Re-ask does not delete recognition galleries. Consent expiry is proposed. The survey does not establish live behavior. Silent visitors can evade microphone detection and trigger camera fallback. No participant results are available in these materials.</a:t>
            </a:r>
          </a:p>
          <a:p>
            <a:pPr marL="0" indent="0">
              <a:buNone/>
              <a:spcAft>
                <a:spcPts val="300"/>
              </a:spcAft>
              <a:lnSpc>
                <a:spcPct val="110000"/>
              </a:lnSpc>
            </a:pPr>
            <a:r>
              <a:rPr sz="1200" b="0">
                <a:latin typeface="Calibri"/>
                <a:solidFill>
                  <a:srgbClr val="000000"/>
                </a:solidFill>
              </a:rPr>
              <a:t/>
            </a:r>
          </a:p>
          <a:p>
            <a:pPr marL="0" indent="0">
              <a:buNone/>
              <a:spcAft>
                <a:spcPts val="300"/>
              </a:spcAft>
              <a:lnSpc>
                <a:spcPct val="110000"/>
              </a:lnSpc>
            </a:pPr>
            <a:r>
              <a:rPr sz="1200" b="0">
                <a:latin typeface="Calibri"/>
                <a:solidFill>
                  <a:srgbClr val="000000"/>
                </a:solidFill>
              </a:rPr>
              <a:t>Source: user-study/story-survey-v2/research-design.md</a:t>
            </a:r>
          </a:p>
        </p:txBody>
      </p:sp>
      <p:sp>
        <p:nvSpPr>
          <p:cNvPr id="228" name="Google Shape;2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jp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jp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jp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jp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jp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p:cSld name="Titelfolie">
    <p:spTree>
      <p:nvGrpSpPr>
        <p:cNvPr id="20" name="Shape 20"/>
        <p:cNvGrpSpPr/>
        <p:nvPr/>
      </p:nvGrpSpPr>
      <p:grpSpPr>
        <a:xfrm>
          <a:off x="0" y="0"/>
          <a:ext cx="0" cy="0"/>
          <a:chOff x="0" y="0"/>
          <a:chExt cx="0" cy="0"/>
        </a:xfrm>
      </p:grpSpPr>
      <p:sp>
        <p:nvSpPr>
          <p:cNvPr id="21" name="Google Shape;21;p2"/>
          <p:cNvSpPr/>
          <p:nvPr/>
        </p:nvSpPr>
        <p:spPr>
          <a:xfrm>
            <a:off x="1143" y="1799970"/>
            <a:ext cx="6205981" cy="5058029"/>
          </a:xfrm>
          <a:custGeom>
            <a:rect b="b" l="l" r="r" t="t"/>
            <a:pathLst>
              <a:path extrusionOk="0" h="5058029" w="6205981">
                <a:moveTo>
                  <a:pt x="0" y="0"/>
                </a:moveTo>
                <a:lnTo>
                  <a:pt x="0" y="5058029"/>
                </a:lnTo>
                <a:lnTo>
                  <a:pt x="4364990" y="5058029"/>
                </a:lnTo>
                <a:lnTo>
                  <a:pt x="6205982" y="0"/>
                </a:lnTo>
                <a:lnTo>
                  <a:pt x="0" y="0"/>
                </a:lnTo>
                <a:close/>
              </a:path>
            </a:pathLst>
          </a:custGeom>
          <a:solidFill>
            <a:srgbClr val="5F5B9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2"/>
          <p:cNvSpPr/>
          <p:nvPr>
            <p:ph idx="2" type="pic"/>
          </p:nvPr>
        </p:nvSpPr>
        <p:spPr>
          <a:xfrm>
            <a:off x="4440810" y="1796935"/>
            <a:ext cx="7751190" cy="5061064"/>
          </a:xfrm>
          <a:prstGeom prst="rect">
            <a:avLst/>
          </a:prstGeom>
          <a:noFill/>
          <a:ln>
            <a:noFill/>
          </a:ln>
        </p:spPr>
      </p:sp>
      <p:sp>
        <p:nvSpPr>
          <p:cNvPr id="23" name="Google Shape;23;p2"/>
          <p:cNvSpPr txBox="1"/>
          <p:nvPr>
            <p:ph type="ctrTitle"/>
          </p:nvPr>
        </p:nvSpPr>
        <p:spPr>
          <a:xfrm>
            <a:off x="561872" y="1988840"/>
            <a:ext cx="4814048" cy="1368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4400"/>
              <a:buFont typeface="Calibri"/>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
          <p:cNvSpPr txBox="1"/>
          <p:nvPr>
            <p:ph idx="1" type="subTitle"/>
          </p:nvPr>
        </p:nvSpPr>
        <p:spPr>
          <a:xfrm>
            <a:off x="551384" y="3645024"/>
            <a:ext cx="4176464" cy="1655762"/>
          </a:xfrm>
          <a:prstGeom prst="rect">
            <a:avLst/>
          </a:prstGeom>
          <a:noFill/>
          <a:ln>
            <a:noFill/>
          </a:ln>
        </p:spPr>
        <p:txBody>
          <a:bodyPr anchorCtr="0" anchor="t" bIns="0" lIns="0" spcFirstLastPara="1" rIns="0" wrap="square" tIns="18000">
            <a:noAutofit/>
          </a:bodyPr>
          <a:lstStyle>
            <a:lvl1pPr lvl="0" algn="l">
              <a:lnSpc>
                <a:spcPct val="117000"/>
              </a:lnSpc>
              <a:spcBef>
                <a:spcPts val="0"/>
              </a:spcBef>
              <a:spcAft>
                <a:spcPts val="0"/>
              </a:spcAft>
              <a:buClr>
                <a:schemeClr val="lt1"/>
              </a:buClr>
              <a:buSzPts val="2000"/>
              <a:buNone/>
              <a:defRPr b="1" sz="2000">
                <a:solidFill>
                  <a:schemeClr val="lt1"/>
                </a:solidFill>
              </a:defRPr>
            </a:lvl1pPr>
            <a:lvl2pPr lvl="1" algn="ctr">
              <a:lnSpc>
                <a:spcPct val="117000"/>
              </a:lnSpc>
              <a:spcBef>
                <a:spcPts val="1400"/>
              </a:spcBef>
              <a:spcAft>
                <a:spcPts val="0"/>
              </a:spcAft>
              <a:buClr>
                <a:schemeClr val="accent5"/>
              </a:buClr>
              <a:buSzPts val="2000"/>
              <a:buNone/>
              <a:defRPr sz="2000"/>
            </a:lvl2pPr>
            <a:lvl3pPr lvl="2" algn="ctr">
              <a:lnSpc>
                <a:spcPct val="117000"/>
              </a:lnSpc>
              <a:spcBef>
                <a:spcPts val="1200"/>
              </a:spcBef>
              <a:spcAft>
                <a:spcPts val="0"/>
              </a:spcAft>
              <a:buSzPts val="1800"/>
              <a:buNone/>
              <a:defRPr sz="1800"/>
            </a:lvl3pPr>
            <a:lvl4pPr lvl="3" algn="ctr">
              <a:lnSpc>
                <a:spcPct val="117000"/>
              </a:lnSpc>
              <a:spcBef>
                <a:spcPts val="0"/>
              </a:spcBef>
              <a:spcAft>
                <a:spcPts val="0"/>
              </a:spcAft>
              <a:buSzPts val="1600"/>
              <a:buNone/>
              <a:defRPr sz="1600"/>
            </a:lvl4pPr>
            <a:lvl5pPr lvl="4" algn="ctr">
              <a:lnSpc>
                <a:spcPct val="117000"/>
              </a:lnSpc>
              <a:spcBef>
                <a:spcPts val="0"/>
              </a:spcBef>
              <a:spcAft>
                <a:spcPts val="0"/>
              </a:spcAft>
              <a:buSzPts val="1600"/>
              <a:buNone/>
              <a:defRPr sz="1600"/>
            </a:lvl5pPr>
            <a:lvl6pPr lvl="5" algn="ctr">
              <a:lnSpc>
                <a:spcPct val="117000"/>
              </a:lnSpc>
              <a:spcBef>
                <a:spcPts val="0"/>
              </a:spcBef>
              <a:spcAft>
                <a:spcPts val="0"/>
              </a:spcAft>
              <a:buSzPts val="1600"/>
              <a:buNone/>
              <a:defRPr sz="1600"/>
            </a:lvl6pPr>
            <a:lvl7pPr lvl="6" algn="ctr">
              <a:lnSpc>
                <a:spcPct val="117000"/>
              </a:lnSpc>
              <a:spcBef>
                <a:spcPts val="0"/>
              </a:spcBef>
              <a:spcAft>
                <a:spcPts val="0"/>
              </a:spcAft>
              <a:buClr>
                <a:schemeClr val="dk1"/>
              </a:buClr>
              <a:buSzPts val="1600"/>
              <a:buNone/>
              <a:defRPr sz="1600"/>
            </a:lvl7pPr>
            <a:lvl8pPr lvl="7" algn="ctr">
              <a:lnSpc>
                <a:spcPct val="117000"/>
              </a:lnSpc>
              <a:spcBef>
                <a:spcPts val="0"/>
              </a:spcBef>
              <a:spcAft>
                <a:spcPts val="0"/>
              </a:spcAft>
              <a:buClr>
                <a:schemeClr val="dk1"/>
              </a:buClr>
              <a:buSzPts val="1600"/>
              <a:buNone/>
              <a:defRPr sz="1600"/>
            </a:lvl8pPr>
            <a:lvl9pPr lvl="8" algn="ctr">
              <a:lnSpc>
                <a:spcPct val="117000"/>
              </a:lnSpc>
              <a:spcBef>
                <a:spcPts val="0"/>
              </a:spcBef>
              <a:spcAft>
                <a:spcPts val="0"/>
              </a:spcAft>
              <a:buClr>
                <a:schemeClr val="dk1"/>
              </a:buClr>
              <a:buSzPts val="1600"/>
              <a:buNone/>
              <a:defRPr sz="1600"/>
            </a:lvl9pPr>
          </a:lstStyle>
          <a:p/>
        </p:txBody>
      </p:sp>
      <p:sp>
        <p:nvSpPr>
          <p:cNvPr id="25" name="Google Shape;25;p2"/>
          <p:cNvSpPr txBox="1"/>
          <p:nvPr>
            <p:ph idx="10" type="dt"/>
          </p:nvPr>
        </p:nvSpPr>
        <p:spPr>
          <a:xfrm>
            <a:off x="551384" y="5661248"/>
            <a:ext cx="1944000" cy="216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
          <p:cNvSpPr txBox="1"/>
          <p:nvPr>
            <p:ph idx="3" type="body"/>
          </p:nvPr>
        </p:nvSpPr>
        <p:spPr>
          <a:xfrm>
            <a:off x="551384" y="5373216"/>
            <a:ext cx="2735262" cy="288000"/>
          </a:xfrm>
          <a:prstGeom prst="rect">
            <a:avLst/>
          </a:prstGeom>
          <a:noFill/>
          <a:ln>
            <a:noFill/>
          </a:ln>
        </p:spPr>
        <p:txBody>
          <a:bodyPr anchorCtr="0" anchor="t" bIns="36000" lIns="0" spcFirstLastPara="1" rIns="0" wrap="square" tIns="36000">
            <a:noAutofit/>
          </a:bodyPr>
          <a:lstStyle>
            <a:lvl1pPr indent="-228600" lvl="0" marL="457200" algn="l">
              <a:lnSpc>
                <a:spcPct val="100000"/>
              </a:lnSpc>
              <a:spcBef>
                <a:spcPts val="0"/>
              </a:spcBef>
              <a:spcAft>
                <a:spcPts val="0"/>
              </a:spcAft>
              <a:buClr>
                <a:schemeClr val="lt1"/>
              </a:buClr>
              <a:buSzPts val="1400"/>
              <a:buFont typeface="Arial"/>
              <a:buNone/>
              <a:defRPr b="0" sz="1400">
                <a:solidFill>
                  <a:schemeClr val="lt1"/>
                </a:solidFill>
              </a:defRPr>
            </a:lvl1pPr>
            <a:lvl2pPr indent="-228600" lvl="1" marL="914400" algn="l">
              <a:lnSpc>
                <a:spcPct val="100000"/>
              </a:lnSpc>
              <a:spcBef>
                <a:spcPts val="1400"/>
              </a:spcBef>
              <a:spcAft>
                <a:spcPts val="0"/>
              </a:spcAft>
              <a:buClr>
                <a:schemeClr val="lt1"/>
              </a:buClr>
              <a:buSzPts val="1400"/>
              <a:buFont typeface="Arial"/>
              <a:buNone/>
              <a:defRPr b="0" sz="1400">
                <a:solidFill>
                  <a:schemeClr val="lt1"/>
                </a:solidFill>
              </a:defRPr>
            </a:lvl2pPr>
            <a:lvl3pPr indent="-228600" lvl="2" marL="1371600" algn="l">
              <a:lnSpc>
                <a:spcPct val="100000"/>
              </a:lnSpc>
              <a:spcBef>
                <a:spcPts val="1200"/>
              </a:spcBef>
              <a:spcAft>
                <a:spcPts val="0"/>
              </a:spcAft>
              <a:buSzPts val="1400"/>
              <a:buFont typeface="Arial"/>
              <a:buNone/>
              <a:defRPr b="0" sz="1400">
                <a:solidFill>
                  <a:schemeClr val="lt1"/>
                </a:solidFill>
              </a:defRPr>
            </a:lvl3pPr>
            <a:lvl4pPr indent="-228600" lvl="3" marL="1828800" algn="l">
              <a:lnSpc>
                <a:spcPct val="100000"/>
              </a:lnSpc>
              <a:spcBef>
                <a:spcPts val="0"/>
              </a:spcBef>
              <a:spcAft>
                <a:spcPts val="0"/>
              </a:spcAft>
              <a:buSzPts val="1400"/>
              <a:buFont typeface="Arial"/>
              <a:buNone/>
              <a:defRPr b="0" sz="1400">
                <a:solidFill>
                  <a:schemeClr val="lt1"/>
                </a:solidFill>
              </a:defRPr>
            </a:lvl4pPr>
            <a:lvl5pPr indent="-228600" lvl="4" marL="2286000" algn="l">
              <a:lnSpc>
                <a:spcPct val="100000"/>
              </a:lnSpc>
              <a:spcBef>
                <a:spcPts val="0"/>
              </a:spcBef>
              <a:spcAft>
                <a:spcPts val="0"/>
              </a:spcAft>
              <a:buSzPts val="1400"/>
              <a:buFont typeface="Arial"/>
              <a:buNone/>
              <a:defRPr b="0" sz="1400">
                <a:solidFill>
                  <a:schemeClr val="lt1"/>
                </a:solidFill>
              </a:defRPr>
            </a:lvl5pPr>
            <a:lvl6pPr indent="-228600" lvl="5" marL="2743200" algn="l">
              <a:lnSpc>
                <a:spcPct val="100000"/>
              </a:lnSpc>
              <a:spcBef>
                <a:spcPts val="0"/>
              </a:spcBef>
              <a:spcAft>
                <a:spcPts val="0"/>
              </a:spcAft>
              <a:buSzPts val="1400"/>
              <a:buFont typeface="Arial"/>
              <a:buNone/>
              <a:defRPr b="0" sz="1400">
                <a:solidFill>
                  <a:schemeClr val="lt1"/>
                </a:solidFill>
              </a:defRPr>
            </a:lvl6pPr>
            <a:lvl7pPr indent="-228600" lvl="6" marL="3200400" algn="l">
              <a:lnSpc>
                <a:spcPct val="100000"/>
              </a:lnSpc>
              <a:spcBef>
                <a:spcPts val="0"/>
              </a:spcBef>
              <a:spcAft>
                <a:spcPts val="0"/>
              </a:spcAft>
              <a:buClr>
                <a:schemeClr val="lt1"/>
              </a:buClr>
              <a:buSzPts val="1400"/>
              <a:buFont typeface="Arial"/>
              <a:buNone/>
              <a:defRPr b="0" sz="1400">
                <a:solidFill>
                  <a:schemeClr val="lt1"/>
                </a:solidFill>
              </a:defRPr>
            </a:lvl7pPr>
            <a:lvl8pPr indent="-228600" lvl="7" marL="3657600" algn="l">
              <a:lnSpc>
                <a:spcPct val="100000"/>
              </a:lnSpc>
              <a:spcBef>
                <a:spcPts val="0"/>
              </a:spcBef>
              <a:spcAft>
                <a:spcPts val="0"/>
              </a:spcAft>
              <a:buClr>
                <a:schemeClr val="lt1"/>
              </a:buClr>
              <a:buSzPts val="1400"/>
              <a:buFont typeface="Arial"/>
              <a:buNone/>
              <a:defRPr b="0" sz="1400">
                <a:solidFill>
                  <a:schemeClr val="lt1"/>
                </a:solidFill>
              </a:defRPr>
            </a:lvl8pPr>
            <a:lvl9pPr indent="-228600" lvl="8" marL="4114800" algn="l">
              <a:lnSpc>
                <a:spcPct val="100000"/>
              </a:lnSpc>
              <a:spcBef>
                <a:spcPts val="0"/>
              </a:spcBef>
              <a:spcAft>
                <a:spcPts val="0"/>
              </a:spcAft>
              <a:buClr>
                <a:schemeClr val="lt1"/>
              </a:buClr>
              <a:buSzPts val="1400"/>
              <a:buFont typeface="Arial"/>
              <a:buNone/>
              <a:defRPr b="0" sz="1400">
                <a:solidFill>
                  <a:schemeClr val="lt1"/>
                </a:solidFill>
              </a:defRPr>
            </a:lvl9pPr>
          </a:lstStyle>
          <a:p/>
        </p:txBody>
      </p:sp>
      <p:sp>
        <p:nvSpPr>
          <p:cNvPr id="27" name="Google Shape;27;p2"/>
          <p:cNvSpPr txBox="1"/>
          <p:nvPr/>
        </p:nvSpPr>
        <p:spPr>
          <a:xfrm>
            <a:off x="551600" y="6093296"/>
            <a:ext cx="1944000" cy="269971"/>
          </a:xfrm>
          <a:prstGeom prst="rect">
            <a:avLst/>
          </a:prstGeom>
          <a:noFill/>
          <a:ln>
            <a:noFill/>
          </a:ln>
        </p:spPr>
        <p:txBody>
          <a:bodyPr anchorCtr="0" anchor="t" bIns="0" lIns="0" spcFirstLastPara="1" rIns="0" wrap="square" tIns="50400">
            <a:spAutoFit/>
          </a:bodyPr>
          <a:lstStyle/>
          <a:p>
            <a:pPr indent="0" lvl="0" marL="0" marR="0" rtl="0" algn="l">
              <a:spcBef>
                <a:spcPts val="0"/>
              </a:spcBef>
              <a:spcAft>
                <a:spcPts val="0"/>
              </a:spcAft>
              <a:buNone/>
            </a:pPr>
            <a:r>
              <a:rPr b="0" lang="en-US" sz="1400">
                <a:solidFill>
                  <a:schemeClr val="lt1"/>
                </a:solidFill>
                <a:latin typeface="Calibri"/>
                <a:ea typeface="Calibri"/>
                <a:cs typeface="Calibri"/>
                <a:sym typeface="Calibri"/>
              </a:rPr>
              <a:t>uni-siegen.de</a:t>
            </a:r>
            <a:endParaRPr/>
          </a:p>
        </p:txBody>
      </p:sp>
      <p:sp>
        <p:nvSpPr>
          <p:cNvPr id="28" name="Google Shape;28;p2"/>
          <p:cNvSpPr txBox="1"/>
          <p:nvPr/>
        </p:nvSpPr>
        <p:spPr>
          <a:xfrm>
            <a:off x="8904528" y="6093328"/>
            <a:ext cx="2808096" cy="288000"/>
          </a:xfrm>
          <a:prstGeom prst="rect">
            <a:avLst/>
          </a:prstGeom>
          <a:noFill/>
          <a:ln>
            <a:noFill/>
          </a:ln>
        </p:spPr>
        <p:txBody>
          <a:bodyPr anchorCtr="0" anchor="t" bIns="0" lIns="0" spcFirstLastPara="1" rIns="54000" wrap="square" tIns="7200">
            <a:spAutoFit/>
          </a:bodyPr>
          <a:lstStyle/>
          <a:p>
            <a:pPr indent="0" lvl="0" marL="0" marR="0" rtl="0" algn="r">
              <a:spcBef>
                <a:spcPts val="0"/>
              </a:spcBef>
              <a:spcAft>
                <a:spcPts val="0"/>
              </a:spcAft>
              <a:buNone/>
            </a:pPr>
            <a:r>
              <a:rPr b="1" lang="en-US" sz="1800">
                <a:solidFill>
                  <a:schemeClr val="dk1"/>
                </a:solidFill>
                <a:latin typeface="Calibri"/>
                <a:ea typeface="Calibri"/>
                <a:cs typeface="Calibri"/>
                <a:sym typeface="Calibri"/>
              </a:rPr>
              <a:t>www.uni-siegen.de</a:t>
            </a:r>
            <a:endParaRPr/>
          </a:p>
        </p:txBody>
      </p:sp>
      <p:pic>
        <p:nvPicPr>
          <p:cNvPr id="29" name="Google Shape;29;p2"/>
          <p:cNvPicPr preferRelativeResize="0"/>
          <p:nvPr/>
        </p:nvPicPr>
        <p:blipFill rotWithShape="1">
          <a:blip r:embed="rId2">
            <a:alphaModFix/>
          </a:blip>
          <a:srcRect b="0" l="0" r="0" t="0"/>
          <a:stretch/>
        </p:blipFill>
        <p:spPr>
          <a:xfrm>
            <a:off x="407368" y="410981"/>
            <a:ext cx="2070000" cy="826248"/>
          </a:xfrm>
          <a:prstGeom prst="rect">
            <a:avLst/>
          </a:prstGeom>
          <a:noFill/>
          <a:ln>
            <a:noFill/>
          </a:ln>
        </p:spPr>
      </p:pic>
      <p:sp>
        <p:nvSpPr>
          <p:cNvPr id="30" name="Google Shape;30;p2"/>
          <p:cNvSpPr/>
          <p:nvPr/>
        </p:nvSpPr>
        <p:spPr>
          <a:xfrm>
            <a:off x="2545556" y="410982"/>
            <a:ext cx="339180" cy="826248"/>
          </a:xfrm>
          <a:prstGeom prst="parallelogram">
            <a:avLst>
              <a:gd fmla="val 88798"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 name="Google Shape;31;p2"/>
          <p:cNvPicPr preferRelativeResize="0"/>
          <p:nvPr/>
        </p:nvPicPr>
        <p:blipFill rotWithShape="1">
          <a:blip r:embed="rId3">
            <a:alphaModFix/>
          </a:blip>
          <a:srcRect b="0" l="0" r="0" t="0"/>
          <a:stretch/>
        </p:blipFill>
        <p:spPr>
          <a:xfrm>
            <a:off x="2952924" y="410400"/>
            <a:ext cx="2753170" cy="827999"/>
          </a:xfrm>
          <a:prstGeom prst="rect">
            <a:avLst/>
          </a:prstGeom>
          <a:noFill/>
          <a:ln>
            <a:noFill/>
          </a:ln>
        </p:spPr>
      </p:pic>
      <p:pic>
        <p:nvPicPr>
          <p:cNvPr id="32" name="Google Shape;32;p2"/>
          <p:cNvPicPr preferRelativeResize="0"/>
          <p:nvPr/>
        </p:nvPicPr>
        <p:blipFill rotWithShape="1">
          <a:blip r:embed="rId4">
            <a:alphaModFix/>
          </a:blip>
          <a:srcRect b="0" l="0" r="0" t="0"/>
          <a:stretch/>
        </p:blipFill>
        <p:spPr>
          <a:xfrm>
            <a:off x="5774282" y="588093"/>
            <a:ext cx="2123395" cy="64913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1617">
          <p15:clr>
            <a:srgbClr val="FBAE40"/>
          </p15:clr>
        </p15:guide>
        <p15:guide id="3" orient="horz" pos="114">
          <p15:clr>
            <a:srgbClr val="FBAE40"/>
          </p15:clr>
        </p15:guide>
        <p15:guide id="4" pos="15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3" name="Shape 33"/>
        <p:cNvGrpSpPr/>
        <p:nvPr/>
      </p:nvGrpSpPr>
      <p:grpSpPr>
        <a:xfrm>
          <a:off x="0" y="0"/>
          <a:ext cx="0" cy="0"/>
          <a:chOff x="0" y="0"/>
          <a:chExt cx="0" cy="0"/>
        </a:xfrm>
      </p:grpSpPr>
      <p:sp>
        <p:nvSpPr>
          <p:cNvPr id="34" name="Google Shape;34;p3"/>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700"/>
              <a:buFont typeface="Calibri"/>
              <a:buNone/>
              <a:defRPr sz="37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
          <p:cNvSpPr txBox="1"/>
          <p:nvPr>
            <p:ph idx="1" type="body"/>
          </p:nvPr>
        </p:nvSpPr>
        <p:spPr>
          <a:xfrm>
            <a:off x="551384" y="2060848"/>
            <a:ext cx="6552728" cy="3816424"/>
          </a:xfrm>
          <a:prstGeom prst="rect">
            <a:avLst/>
          </a:prstGeom>
          <a:noFill/>
          <a:ln>
            <a:noFill/>
          </a:ln>
        </p:spPr>
        <p:txBody>
          <a:bodyPr anchorCtr="0" anchor="t" bIns="0" lIns="0" spcFirstLastPara="1" rIns="0" wrap="square" tIns="0">
            <a:noAutofit/>
          </a:bodyPr>
          <a:lstStyle>
            <a:lvl1pPr indent="-228600" lvl="0" marL="457200" algn="l">
              <a:lnSpc>
                <a:spcPct val="117000"/>
              </a:lnSpc>
              <a:spcBef>
                <a:spcPts val="1400"/>
              </a:spcBef>
              <a:spcAft>
                <a:spcPts val="0"/>
              </a:spcAft>
              <a:buClr>
                <a:schemeClr val="dk2"/>
              </a:buClr>
              <a:buSzPts val="2000"/>
              <a:buNone/>
              <a:defRPr b="1" sz="2000">
                <a:solidFill>
                  <a:schemeClr val="dk2"/>
                </a:solidFill>
              </a:defRPr>
            </a:lvl1pPr>
            <a:lvl2pPr indent="-228600" lvl="1" marL="914400" algn="l">
              <a:lnSpc>
                <a:spcPct val="117000"/>
              </a:lnSpc>
              <a:spcBef>
                <a:spcPts val="0"/>
              </a:spcBef>
              <a:spcAft>
                <a:spcPts val="0"/>
              </a:spcAft>
              <a:buClr>
                <a:schemeClr val="dk2"/>
              </a:buClr>
              <a:buSzPts val="2000"/>
              <a:buFont typeface="Arial"/>
              <a:buNone/>
              <a:defRPr b="0" sz="2000">
                <a:solidFill>
                  <a:schemeClr val="dk2"/>
                </a:solidFill>
              </a:defRPr>
            </a:lvl2pPr>
            <a:lvl3pPr indent="-228600" lvl="2" marL="1371600" algn="l">
              <a:lnSpc>
                <a:spcPct val="117000"/>
              </a:lnSpc>
              <a:spcBef>
                <a:spcPts val="0"/>
              </a:spcBef>
              <a:spcAft>
                <a:spcPts val="0"/>
              </a:spcAft>
              <a:buSzPts val="2000"/>
              <a:buFont typeface="Arial"/>
              <a:buNone/>
              <a:defRPr sz="2000">
                <a:solidFill>
                  <a:schemeClr val="dk2"/>
                </a:solidFill>
              </a:defRPr>
            </a:lvl3pPr>
            <a:lvl4pPr indent="-228600" lvl="3" marL="1828800" algn="l">
              <a:lnSpc>
                <a:spcPct val="117000"/>
              </a:lnSpc>
              <a:spcBef>
                <a:spcPts val="0"/>
              </a:spcBef>
              <a:spcAft>
                <a:spcPts val="0"/>
              </a:spcAft>
              <a:buSzPts val="2000"/>
              <a:buFont typeface="Arial"/>
              <a:buNone/>
              <a:defRPr sz="2000">
                <a:solidFill>
                  <a:schemeClr val="dk2"/>
                </a:solidFill>
              </a:defRPr>
            </a:lvl4pPr>
            <a:lvl5pPr indent="-228600" lvl="4" marL="2286000" algn="l">
              <a:lnSpc>
                <a:spcPct val="117000"/>
              </a:lnSpc>
              <a:spcBef>
                <a:spcPts val="0"/>
              </a:spcBef>
              <a:spcAft>
                <a:spcPts val="0"/>
              </a:spcAft>
              <a:buSzPts val="2000"/>
              <a:buFont typeface="Arial"/>
              <a:buNone/>
              <a:defRPr sz="2000">
                <a:solidFill>
                  <a:schemeClr val="dk2"/>
                </a:solidFill>
              </a:defRPr>
            </a:lvl5pPr>
            <a:lvl6pPr indent="-228600" lvl="5" marL="2743200" algn="l">
              <a:lnSpc>
                <a:spcPct val="117000"/>
              </a:lnSpc>
              <a:spcBef>
                <a:spcPts val="0"/>
              </a:spcBef>
              <a:spcAft>
                <a:spcPts val="0"/>
              </a:spcAft>
              <a:buSzPts val="1600"/>
              <a:buFont typeface="Calibri"/>
              <a:buNone/>
              <a:defRPr>
                <a:solidFill>
                  <a:schemeClr val="dk2"/>
                </a:solidFill>
              </a:defRPr>
            </a:lvl6pPr>
            <a:lvl7pPr indent="-228600" lvl="6" marL="3200400" algn="l">
              <a:lnSpc>
                <a:spcPct val="117000"/>
              </a:lnSpc>
              <a:spcBef>
                <a:spcPts val="0"/>
              </a:spcBef>
              <a:spcAft>
                <a:spcPts val="0"/>
              </a:spcAft>
              <a:buClr>
                <a:schemeClr val="dk2"/>
              </a:buClr>
              <a:buSzPts val="1800"/>
              <a:buFont typeface="Calibri"/>
              <a:buNone/>
              <a:defRPr>
                <a:solidFill>
                  <a:schemeClr val="dk2"/>
                </a:solidFill>
              </a:defRPr>
            </a:lvl7pPr>
            <a:lvl8pPr indent="-228600" lvl="7" marL="3657600" algn="l">
              <a:lnSpc>
                <a:spcPct val="117000"/>
              </a:lnSpc>
              <a:spcBef>
                <a:spcPts val="0"/>
              </a:spcBef>
              <a:spcAft>
                <a:spcPts val="0"/>
              </a:spcAft>
              <a:buClr>
                <a:schemeClr val="dk2"/>
              </a:buClr>
              <a:buSzPts val="1800"/>
              <a:buFont typeface="Calibri"/>
              <a:buNone/>
              <a:defRPr>
                <a:solidFill>
                  <a:schemeClr val="dk2"/>
                </a:solidFill>
              </a:defRPr>
            </a:lvl8pPr>
            <a:lvl9pPr indent="-228600" lvl="8" marL="4114800" algn="l">
              <a:lnSpc>
                <a:spcPct val="117000"/>
              </a:lnSpc>
              <a:spcBef>
                <a:spcPts val="0"/>
              </a:spcBef>
              <a:spcAft>
                <a:spcPts val="0"/>
              </a:spcAft>
              <a:buClr>
                <a:schemeClr val="dk2"/>
              </a:buClr>
              <a:buSzPts val="1800"/>
              <a:buFont typeface="Calibri"/>
              <a:buNone/>
              <a:defRPr>
                <a:solidFill>
                  <a:schemeClr val="dk2"/>
                </a:solidFill>
              </a:defRPr>
            </a:lvl9pPr>
          </a:lstStyle>
          <a:p/>
        </p:txBody>
      </p:sp>
      <p:sp>
        <p:nvSpPr>
          <p:cNvPr id="36" name="Google Shape;36;p3"/>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9" name="Google Shape;39;p3"/>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lvl1pPr indent="-228600" lvl="0" marL="457200" algn="l">
              <a:lnSpc>
                <a:spcPct val="90000"/>
              </a:lnSpc>
              <a:spcBef>
                <a:spcPts val="0"/>
              </a:spcBef>
              <a:spcAft>
                <a:spcPts val="0"/>
              </a:spcAft>
              <a:buClr>
                <a:schemeClr val="dk1"/>
              </a:buClr>
              <a:buSzPts val="2800"/>
              <a:buNone/>
              <a:defRPr sz="2800">
                <a:solidFill>
                  <a:schemeClr val="dk1"/>
                </a:solidFill>
              </a:defRPr>
            </a:lvl1pPr>
            <a:lvl2pPr indent="-228600" lvl="1" marL="914400" algn="l">
              <a:lnSpc>
                <a:spcPct val="90000"/>
              </a:lnSpc>
              <a:spcBef>
                <a:spcPts val="1400"/>
              </a:spcBef>
              <a:spcAft>
                <a:spcPts val="0"/>
              </a:spcAft>
              <a:buClr>
                <a:schemeClr val="dk1"/>
              </a:buClr>
              <a:buSzPts val="2800"/>
              <a:buFont typeface="Calibri"/>
              <a:buNone/>
              <a:defRPr b="0" i="0" sz="2800">
                <a:solidFill>
                  <a:schemeClr val="dk1"/>
                </a:solidFill>
              </a:defRPr>
            </a:lvl2pPr>
            <a:lvl3pPr indent="-228600" lvl="2" marL="1371600" algn="l">
              <a:lnSpc>
                <a:spcPct val="90000"/>
              </a:lnSpc>
              <a:spcBef>
                <a:spcPts val="1200"/>
              </a:spcBef>
              <a:spcAft>
                <a:spcPts val="0"/>
              </a:spcAft>
              <a:buSzPts val="2800"/>
              <a:buFont typeface="Calibri"/>
              <a:buNone/>
              <a:defRPr b="0" i="0" sz="2800">
                <a:solidFill>
                  <a:schemeClr val="dk1"/>
                </a:solidFill>
              </a:defRPr>
            </a:lvl3pPr>
            <a:lvl4pPr indent="-228600" lvl="3" marL="1828800" algn="l">
              <a:lnSpc>
                <a:spcPct val="90000"/>
              </a:lnSpc>
              <a:spcBef>
                <a:spcPts val="0"/>
              </a:spcBef>
              <a:spcAft>
                <a:spcPts val="0"/>
              </a:spcAft>
              <a:buSzPts val="2800"/>
              <a:buFont typeface="Calibri"/>
              <a:buNone/>
              <a:defRPr b="0" i="0" sz="2800">
                <a:solidFill>
                  <a:schemeClr val="dk1"/>
                </a:solidFill>
              </a:defRPr>
            </a:lvl4pPr>
            <a:lvl5pPr indent="-228600" lvl="4" marL="2286000" algn="l">
              <a:lnSpc>
                <a:spcPct val="90000"/>
              </a:lnSpc>
              <a:spcBef>
                <a:spcPts val="0"/>
              </a:spcBef>
              <a:spcAft>
                <a:spcPts val="0"/>
              </a:spcAft>
              <a:buSzPts val="2800"/>
              <a:buFont typeface="Calibri"/>
              <a:buNone/>
              <a:defRPr b="0" i="0" sz="2800">
                <a:solidFill>
                  <a:schemeClr val="dk1"/>
                </a:solidFill>
              </a:defRPr>
            </a:lvl5pPr>
            <a:lvl6pPr indent="-228600" lvl="5" marL="2743200" algn="l">
              <a:lnSpc>
                <a:spcPct val="90000"/>
              </a:lnSpc>
              <a:spcBef>
                <a:spcPts val="0"/>
              </a:spcBef>
              <a:spcAft>
                <a:spcPts val="0"/>
              </a:spcAft>
              <a:buSzPts val="2800"/>
              <a:buFont typeface="Calibri"/>
              <a:buNone/>
              <a:defRPr b="0" i="0" sz="2800">
                <a:solidFill>
                  <a:schemeClr val="dk1"/>
                </a:solidFill>
              </a:defRPr>
            </a:lvl6pPr>
            <a:lvl7pPr indent="-228600" lvl="6" marL="3200400" algn="l">
              <a:lnSpc>
                <a:spcPct val="90000"/>
              </a:lnSpc>
              <a:spcBef>
                <a:spcPts val="0"/>
              </a:spcBef>
              <a:spcAft>
                <a:spcPts val="0"/>
              </a:spcAft>
              <a:buClr>
                <a:schemeClr val="dk1"/>
              </a:buClr>
              <a:buSzPts val="2800"/>
              <a:buFont typeface="Calibri"/>
              <a:buNone/>
              <a:defRPr b="0" i="0" sz="2800">
                <a:solidFill>
                  <a:schemeClr val="dk1"/>
                </a:solidFill>
              </a:defRPr>
            </a:lvl7pPr>
            <a:lvl8pPr indent="-228600" lvl="7" marL="3657600" algn="l">
              <a:lnSpc>
                <a:spcPct val="90000"/>
              </a:lnSpc>
              <a:spcBef>
                <a:spcPts val="0"/>
              </a:spcBef>
              <a:spcAft>
                <a:spcPts val="0"/>
              </a:spcAft>
              <a:buClr>
                <a:schemeClr val="dk1"/>
              </a:buClr>
              <a:buSzPts val="2800"/>
              <a:buFont typeface="Calibri"/>
              <a:buNone/>
              <a:defRPr b="0" i="0" sz="2800">
                <a:solidFill>
                  <a:schemeClr val="dk1"/>
                </a:solidFill>
              </a:defRPr>
            </a:lvl8pPr>
            <a:lvl9pPr indent="-228600" lvl="8" marL="4114800" algn="l">
              <a:lnSpc>
                <a:spcPct val="90000"/>
              </a:lnSpc>
              <a:spcBef>
                <a:spcPts val="0"/>
              </a:spcBef>
              <a:spcAft>
                <a:spcPts val="0"/>
              </a:spcAft>
              <a:buClr>
                <a:schemeClr val="dk1"/>
              </a:buClr>
              <a:buSzPts val="2800"/>
              <a:buFont typeface="Calibri"/>
              <a:buNone/>
              <a:defRPr b="0" i="0" sz="2800">
                <a:solidFill>
                  <a:schemeClr val="dk1"/>
                </a:solidFill>
              </a:defRPr>
            </a:lvl9pPr>
          </a:lstStyle>
          <a:p/>
        </p:txBody>
      </p:sp>
      <p:grpSp>
        <p:nvGrpSpPr>
          <p:cNvPr id="40" name="Google Shape;40;p3"/>
          <p:cNvGrpSpPr/>
          <p:nvPr/>
        </p:nvGrpSpPr>
        <p:grpSpPr>
          <a:xfrm>
            <a:off x="-9655" y="1293878"/>
            <a:ext cx="12205142" cy="4886176"/>
            <a:chOff x="-9655" y="1293878"/>
            <a:chExt cx="12205142" cy="4886176"/>
          </a:xfrm>
        </p:grpSpPr>
        <p:sp>
          <p:nvSpPr>
            <p:cNvPr id="41" name="Google Shape;41;p3"/>
            <p:cNvSpPr/>
            <p:nvPr/>
          </p:nvSpPr>
          <p:spPr>
            <a:xfrm>
              <a:off x="-9655" y="1801742"/>
              <a:ext cx="8900148" cy="4378312"/>
            </a:xfrm>
            <a:custGeom>
              <a:rect b="b" l="l" r="r" t="t"/>
              <a:pathLst>
                <a:path extrusionOk="0" h="4378312" w="8900148">
                  <a:moveTo>
                    <a:pt x="0" y="0"/>
                  </a:moveTo>
                  <a:lnTo>
                    <a:pt x="0" y="4378313"/>
                  </a:lnTo>
                  <a:lnTo>
                    <a:pt x="7306510" y="4378313"/>
                  </a:lnTo>
                  <a:lnTo>
                    <a:pt x="8900149" y="0"/>
                  </a:lnTo>
                  <a:lnTo>
                    <a:pt x="0" y="0"/>
                  </a:lnTo>
                  <a:close/>
                </a:path>
              </a:pathLst>
            </a:custGeom>
            <a:solidFill>
              <a:srgbClr val="5F5B9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3"/>
            <p:cNvSpPr/>
            <p:nvPr/>
          </p:nvSpPr>
          <p:spPr>
            <a:xfrm>
              <a:off x="7558476" y="1293878"/>
              <a:ext cx="4637011" cy="4378439"/>
            </a:xfrm>
            <a:custGeom>
              <a:rect b="b" l="l" r="r" t="t"/>
              <a:pathLst>
                <a:path extrusionOk="0" h="4378439" w="4637011">
                  <a:moveTo>
                    <a:pt x="4637012" y="0"/>
                  </a:moveTo>
                  <a:lnTo>
                    <a:pt x="1593640" y="0"/>
                  </a:lnTo>
                  <a:lnTo>
                    <a:pt x="0" y="4378440"/>
                  </a:lnTo>
                  <a:lnTo>
                    <a:pt x="4635868" y="4378440"/>
                  </a:lnTo>
                  <a:lnTo>
                    <a:pt x="4637012" y="4375388"/>
                  </a:lnTo>
                  <a:lnTo>
                    <a:pt x="4637012" y="0"/>
                  </a:lnTo>
                  <a:close/>
                </a:path>
              </a:pathLst>
            </a:custGeom>
            <a:solidFill>
              <a:srgbClr val="A78EC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luss 1">
  <p:cSld name="Abschluss 1">
    <p:spTree>
      <p:nvGrpSpPr>
        <p:cNvPr id="43" name="Shape 43"/>
        <p:cNvGrpSpPr/>
        <p:nvPr/>
      </p:nvGrpSpPr>
      <p:grpSpPr>
        <a:xfrm>
          <a:off x="0" y="0"/>
          <a:ext cx="0" cy="0"/>
          <a:chOff x="0" y="0"/>
          <a:chExt cx="0" cy="0"/>
        </a:xfrm>
      </p:grpSpPr>
      <p:sp>
        <p:nvSpPr>
          <p:cNvPr id="44" name="Google Shape;44;p4"/>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lvl1pPr indent="-228600" lvl="0" marL="457200" algn="l">
              <a:lnSpc>
                <a:spcPct val="117000"/>
              </a:lnSpc>
              <a:spcBef>
                <a:spcPts val="1200"/>
              </a:spcBef>
              <a:spcAft>
                <a:spcPts val="0"/>
              </a:spcAft>
              <a:buClr>
                <a:schemeClr val="lt1"/>
              </a:buClr>
              <a:buSzPts val="2000"/>
              <a:buFont typeface="Calibri"/>
              <a:buNone/>
              <a:defRPr b="1">
                <a:solidFill>
                  <a:schemeClr val="lt1"/>
                </a:solidFill>
              </a:defRPr>
            </a:lvl1pPr>
            <a:lvl2pPr indent="-228600" lvl="1" marL="914400" algn="l">
              <a:lnSpc>
                <a:spcPct val="117000"/>
              </a:lnSpc>
              <a:spcBef>
                <a:spcPts val="0"/>
              </a:spcBef>
              <a:spcAft>
                <a:spcPts val="0"/>
              </a:spcAft>
              <a:buClr>
                <a:schemeClr val="lt1"/>
              </a:buClr>
              <a:buSzPts val="2000"/>
              <a:buFont typeface="Calibri"/>
              <a:buNone/>
              <a:defRPr b="0">
                <a:solidFill>
                  <a:schemeClr val="lt1"/>
                </a:solidFill>
              </a:defRPr>
            </a:lvl2pPr>
            <a:lvl3pPr indent="-228600" lvl="2" marL="1371600" algn="l">
              <a:lnSpc>
                <a:spcPct val="117000"/>
              </a:lnSpc>
              <a:spcBef>
                <a:spcPts val="1200"/>
              </a:spcBef>
              <a:spcAft>
                <a:spcPts val="0"/>
              </a:spcAft>
              <a:buSzPts val="2000"/>
              <a:buFont typeface="Calibri"/>
              <a:buNone/>
              <a:defRPr b="0">
                <a:solidFill>
                  <a:schemeClr val="lt1"/>
                </a:solidFill>
              </a:defRPr>
            </a:lvl3pPr>
            <a:lvl4pPr indent="-228600" lvl="3" marL="1828800" algn="l">
              <a:lnSpc>
                <a:spcPct val="117000"/>
              </a:lnSpc>
              <a:spcBef>
                <a:spcPts val="0"/>
              </a:spcBef>
              <a:spcAft>
                <a:spcPts val="0"/>
              </a:spcAft>
              <a:buSzPts val="2000"/>
              <a:buFont typeface="Calibri"/>
              <a:buNone/>
              <a:defRPr b="0">
                <a:solidFill>
                  <a:schemeClr val="lt1"/>
                </a:solidFill>
              </a:defRPr>
            </a:lvl4pPr>
            <a:lvl5pPr indent="-228600" lvl="4" marL="2286000" algn="l">
              <a:lnSpc>
                <a:spcPct val="117000"/>
              </a:lnSpc>
              <a:spcBef>
                <a:spcPts val="0"/>
              </a:spcBef>
              <a:spcAft>
                <a:spcPts val="0"/>
              </a:spcAft>
              <a:buSzPts val="1800"/>
              <a:buFont typeface="Calibri"/>
              <a:buNone/>
              <a:defRPr b="0">
                <a:solidFill>
                  <a:schemeClr val="lt1"/>
                </a:solidFill>
              </a:defRPr>
            </a:lvl5pPr>
            <a:lvl6pPr indent="-228600" lvl="5" marL="2743200" algn="l">
              <a:lnSpc>
                <a:spcPct val="117000"/>
              </a:lnSpc>
              <a:spcBef>
                <a:spcPts val="0"/>
              </a:spcBef>
              <a:spcAft>
                <a:spcPts val="0"/>
              </a:spcAft>
              <a:buSzPts val="1600"/>
              <a:buFont typeface="Calibri"/>
              <a:buNone/>
              <a:defRPr b="0">
                <a:solidFill>
                  <a:schemeClr val="lt1"/>
                </a:solidFill>
              </a:defRPr>
            </a:lvl6pPr>
            <a:lvl7pPr indent="-228600" lvl="6" marL="3200400" algn="l">
              <a:lnSpc>
                <a:spcPct val="117000"/>
              </a:lnSpc>
              <a:spcBef>
                <a:spcPts val="0"/>
              </a:spcBef>
              <a:spcAft>
                <a:spcPts val="0"/>
              </a:spcAft>
              <a:buClr>
                <a:schemeClr val="lt1"/>
              </a:buClr>
              <a:buSzPts val="1800"/>
              <a:buFont typeface="Calibri"/>
              <a:buNone/>
              <a:defRPr b="0">
                <a:solidFill>
                  <a:schemeClr val="lt1"/>
                </a:solidFill>
              </a:defRPr>
            </a:lvl7pPr>
            <a:lvl8pPr indent="-228600" lvl="7" marL="3657600" algn="l">
              <a:lnSpc>
                <a:spcPct val="117000"/>
              </a:lnSpc>
              <a:spcBef>
                <a:spcPts val="0"/>
              </a:spcBef>
              <a:spcAft>
                <a:spcPts val="0"/>
              </a:spcAft>
              <a:buClr>
                <a:schemeClr val="lt1"/>
              </a:buClr>
              <a:buSzPts val="1800"/>
              <a:buFont typeface="Calibri"/>
              <a:buNone/>
              <a:defRPr b="0">
                <a:solidFill>
                  <a:schemeClr val="lt1"/>
                </a:solidFill>
              </a:defRPr>
            </a:lvl8pPr>
            <a:lvl9pPr indent="-228600" lvl="8" marL="4114800" algn="l">
              <a:lnSpc>
                <a:spcPct val="117000"/>
              </a:lnSpc>
              <a:spcBef>
                <a:spcPts val="0"/>
              </a:spcBef>
              <a:spcAft>
                <a:spcPts val="0"/>
              </a:spcAft>
              <a:buClr>
                <a:schemeClr val="lt1"/>
              </a:buClr>
              <a:buSzPts val="1800"/>
              <a:buFont typeface="Calibri"/>
              <a:buNone/>
              <a:defRPr b="0">
                <a:solidFill>
                  <a:schemeClr val="lt1"/>
                </a:solidFill>
              </a:defRPr>
            </a:lvl9pPr>
          </a:lstStyle>
          <a:p/>
        </p:txBody>
      </p:sp>
      <p:sp>
        <p:nvSpPr>
          <p:cNvPr id="45" name="Google Shape;45;p4"/>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48" name="Google Shape;48;p4"/>
          <p:cNvGrpSpPr/>
          <p:nvPr/>
        </p:nvGrpSpPr>
        <p:grpSpPr>
          <a:xfrm>
            <a:off x="-9655" y="1293878"/>
            <a:ext cx="12205142" cy="4886176"/>
            <a:chOff x="-9655" y="1293878"/>
            <a:chExt cx="12205142" cy="4886176"/>
          </a:xfrm>
        </p:grpSpPr>
        <p:sp>
          <p:nvSpPr>
            <p:cNvPr id="49" name="Google Shape;49;p4"/>
            <p:cNvSpPr/>
            <p:nvPr/>
          </p:nvSpPr>
          <p:spPr>
            <a:xfrm>
              <a:off x="-9655" y="1801742"/>
              <a:ext cx="10164787" cy="4378312"/>
            </a:xfrm>
            <a:custGeom>
              <a:rect b="b" l="l" r="r" t="t"/>
              <a:pathLst>
                <a:path extrusionOk="0" h="4378312" w="10164787">
                  <a:moveTo>
                    <a:pt x="127" y="0"/>
                  </a:moveTo>
                  <a:lnTo>
                    <a:pt x="0" y="636"/>
                  </a:lnTo>
                  <a:lnTo>
                    <a:pt x="0" y="4378313"/>
                  </a:lnTo>
                  <a:lnTo>
                    <a:pt x="8571276" y="4378313"/>
                  </a:lnTo>
                  <a:lnTo>
                    <a:pt x="10164788" y="0"/>
                  </a:lnTo>
                  <a:lnTo>
                    <a:pt x="127" y="0"/>
                  </a:lnTo>
                  <a:close/>
                </a:path>
              </a:pathLst>
            </a:custGeom>
            <a:solidFill>
              <a:srgbClr val="5F5B9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4"/>
            <p:cNvSpPr/>
            <p:nvPr/>
          </p:nvSpPr>
          <p:spPr>
            <a:xfrm>
              <a:off x="8824260" y="1293878"/>
              <a:ext cx="3371227" cy="4377168"/>
            </a:xfrm>
            <a:custGeom>
              <a:rect b="b" l="l" r="r" t="t"/>
              <a:pathLst>
                <a:path extrusionOk="0" h="4377168" w="3371227">
                  <a:moveTo>
                    <a:pt x="3371228" y="0"/>
                  </a:moveTo>
                  <a:lnTo>
                    <a:pt x="1593131" y="0"/>
                  </a:lnTo>
                  <a:lnTo>
                    <a:pt x="0" y="4377168"/>
                  </a:lnTo>
                  <a:lnTo>
                    <a:pt x="3370338" y="4377168"/>
                  </a:lnTo>
                  <a:lnTo>
                    <a:pt x="3371228" y="4374753"/>
                  </a:lnTo>
                  <a:lnTo>
                    <a:pt x="3371228" y="0"/>
                  </a:lnTo>
                  <a:close/>
                </a:path>
              </a:pathLst>
            </a:custGeom>
            <a:solidFill>
              <a:srgbClr val="A78EC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 name="Google Shape;51;p4"/>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700"/>
              <a:buFont typeface="Calibri"/>
              <a:buNone/>
              <a:defRPr sz="37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4"/>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lvl1pPr indent="-228600" lvl="0" marL="457200" algn="l">
              <a:lnSpc>
                <a:spcPct val="90000"/>
              </a:lnSpc>
              <a:spcBef>
                <a:spcPts val="0"/>
              </a:spcBef>
              <a:spcAft>
                <a:spcPts val="0"/>
              </a:spcAft>
              <a:buClr>
                <a:schemeClr val="dk1"/>
              </a:buClr>
              <a:buSzPts val="2800"/>
              <a:buNone/>
              <a:defRPr sz="2800">
                <a:solidFill>
                  <a:schemeClr val="dk1"/>
                </a:solidFill>
              </a:defRPr>
            </a:lvl1pPr>
            <a:lvl2pPr indent="-228600" lvl="1" marL="914400" algn="l">
              <a:lnSpc>
                <a:spcPct val="90000"/>
              </a:lnSpc>
              <a:spcBef>
                <a:spcPts val="1400"/>
              </a:spcBef>
              <a:spcAft>
                <a:spcPts val="0"/>
              </a:spcAft>
              <a:buClr>
                <a:schemeClr val="dk1"/>
              </a:buClr>
              <a:buSzPts val="2800"/>
              <a:buFont typeface="Calibri"/>
              <a:buNone/>
              <a:defRPr b="0" i="0" sz="2800">
                <a:solidFill>
                  <a:schemeClr val="dk1"/>
                </a:solidFill>
              </a:defRPr>
            </a:lvl2pPr>
            <a:lvl3pPr indent="-228600" lvl="2" marL="1371600" algn="l">
              <a:lnSpc>
                <a:spcPct val="90000"/>
              </a:lnSpc>
              <a:spcBef>
                <a:spcPts val="1200"/>
              </a:spcBef>
              <a:spcAft>
                <a:spcPts val="0"/>
              </a:spcAft>
              <a:buSzPts val="2800"/>
              <a:buFont typeface="Calibri"/>
              <a:buNone/>
              <a:defRPr b="0" i="0" sz="2800">
                <a:solidFill>
                  <a:schemeClr val="dk1"/>
                </a:solidFill>
              </a:defRPr>
            </a:lvl3pPr>
            <a:lvl4pPr indent="-228600" lvl="3" marL="1828800" algn="l">
              <a:lnSpc>
                <a:spcPct val="90000"/>
              </a:lnSpc>
              <a:spcBef>
                <a:spcPts val="0"/>
              </a:spcBef>
              <a:spcAft>
                <a:spcPts val="0"/>
              </a:spcAft>
              <a:buSzPts val="2800"/>
              <a:buFont typeface="Calibri"/>
              <a:buNone/>
              <a:defRPr b="0" i="0" sz="2800">
                <a:solidFill>
                  <a:schemeClr val="dk1"/>
                </a:solidFill>
              </a:defRPr>
            </a:lvl4pPr>
            <a:lvl5pPr indent="-228600" lvl="4" marL="2286000" algn="l">
              <a:lnSpc>
                <a:spcPct val="90000"/>
              </a:lnSpc>
              <a:spcBef>
                <a:spcPts val="0"/>
              </a:spcBef>
              <a:spcAft>
                <a:spcPts val="0"/>
              </a:spcAft>
              <a:buSzPts val="2800"/>
              <a:buFont typeface="Calibri"/>
              <a:buNone/>
              <a:defRPr b="0" i="0" sz="2800">
                <a:solidFill>
                  <a:schemeClr val="dk1"/>
                </a:solidFill>
              </a:defRPr>
            </a:lvl5pPr>
            <a:lvl6pPr indent="-228600" lvl="5" marL="2743200" algn="l">
              <a:lnSpc>
                <a:spcPct val="90000"/>
              </a:lnSpc>
              <a:spcBef>
                <a:spcPts val="0"/>
              </a:spcBef>
              <a:spcAft>
                <a:spcPts val="0"/>
              </a:spcAft>
              <a:buSzPts val="2800"/>
              <a:buFont typeface="Calibri"/>
              <a:buNone/>
              <a:defRPr b="0" i="0" sz="2800">
                <a:solidFill>
                  <a:schemeClr val="dk1"/>
                </a:solidFill>
              </a:defRPr>
            </a:lvl6pPr>
            <a:lvl7pPr indent="-228600" lvl="6" marL="3200400" algn="l">
              <a:lnSpc>
                <a:spcPct val="90000"/>
              </a:lnSpc>
              <a:spcBef>
                <a:spcPts val="0"/>
              </a:spcBef>
              <a:spcAft>
                <a:spcPts val="0"/>
              </a:spcAft>
              <a:buClr>
                <a:schemeClr val="dk1"/>
              </a:buClr>
              <a:buSzPts val="2800"/>
              <a:buFont typeface="Calibri"/>
              <a:buNone/>
              <a:defRPr b="0" i="0" sz="2800">
                <a:solidFill>
                  <a:schemeClr val="dk1"/>
                </a:solidFill>
              </a:defRPr>
            </a:lvl7pPr>
            <a:lvl8pPr indent="-228600" lvl="7" marL="3657600" algn="l">
              <a:lnSpc>
                <a:spcPct val="90000"/>
              </a:lnSpc>
              <a:spcBef>
                <a:spcPts val="0"/>
              </a:spcBef>
              <a:spcAft>
                <a:spcPts val="0"/>
              </a:spcAft>
              <a:buClr>
                <a:schemeClr val="dk1"/>
              </a:buClr>
              <a:buSzPts val="2800"/>
              <a:buFont typeface="Calibri"/>
              <a:buNone/>
              <a:defRPr b="0" i="0" sz="2800">
                <a:solidFill>
                  <a:schemeClr val="dk1"/>
                </a:solidFill>
              </a:defRPr>
            </a:lvl8pPr>
            <a:lvl9pPr indent="-228600" lvl="8" marL="4114800" algn="l">
              <a:lnSpc>
                <a:spcPct val="90000"/>
              </a:lnSpc>
              <a:spcBef>
                <a:spcPts val="0"/>
              </a:spcBef>
              <a:spcAft>
                <a:spcPts val="0"/>
              </a:spcAft>
              <a:buClr>
                <a:schemeClr val="dk1"/>
              </a:buClr>
              <a:buSzPts val="2800"/>
              <a:buFont typeface="Calibri"/>
              <a:buNone/>
              <a:defRPr b="0" i="0" sz="2800">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bschluss 1">
  <p:cSld name="1_Abschluss 1">
    <p:spTree>
      <p:nvGrpSpPr>
        <p:cNvPr id="53" name="Shape 53"/>
        <p:cNvGrpSpPr/>
        <p:nvPr/>
      </p:nvGrpSpPr>
      <p:grpSpPr>
        <a:xfrm>
          <a:off x="0" y="0"/>
          <a:ext cx="0" cy="0"/>
          <a:chOff x="0" y="0"/>
          <a:chExt cx="0" cy="0"/>
        </a:xfrm>
      </p:grpSpPr>
      <p:sp>
        <p:nvSpPr>
          <p:cNvPr id="54" name="Google Shape;54;p5"/>
          <p:cNvSpPr txBox="1"/>
          <p:nvPr>
            <p:ph type="title"/>
          </p:nvPr>
        </p:nvSpPr>
        <p:spPr>
          <a:xfrm>
            <a:off x="551384" y="620792"/>
            <a:ext cx="9433048" cy="864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
          <p:cNvSpPr txBox="1"/>
          <p:nvPr>
            <p:ph idx="1" type="body"/>
          </p:nvPr>
        </p:nvSpPr>
        <p:spPr>
          <a:xfrm>
            <a:off x="551384" y="2853352"/>
            <a:ext cx="3744416" cy="3023920"/>
          </a:xfrm>
          <a:prstGeom prst="rect">
            <a:avLst/>
          </a:prstGeom>
          <a:noFill/>
          <a:ln>
            <a:noFill/>
          </a:ln>
        </p:spPr>
        <p:txBody>
          <a:bodyPr anchorCtr="0" anchor="t" bIns="0" lIns="0" spcFirstLastPara="1" rIns="0" wrap="square" tIns="7200">
            <a:noAutofit/>
          </a:bodyPr>
          <a:lstStyle>
            <a:lvl1pPr indent="-228600" lvl="0" marL="457200" algn="l">
              <a:lnSpc>
                <a:spcPct val="117000"/>
              </a:lnSpc>
              <a:spcBef>
                <a:spcPts val="1200"/>
              </a:spcBef>
              <a:spcAft>
                <a:spcPts val="0"/>
              </a:spcAft>
              <a:buClr>
                <a:schemeClr val="lt1"/>
              </a:buClr>
              <a:buSzPts val="2000"/>
              <a:buFont typeface="Calibri"/>
              <a:buNone/>
              <a:defRPr b="1">
                <a:solidFill>
                  <a:schemeClr val="lt1"/>
                </a:solidFill>
              </a:defRPr>
            </a:lvl1pPr>
            <a:lvl2pPr indent="-228600" lvl="1" marL="914400" algn="l">
              <a:lnSpc>
                <a:spcPct val="117000"/>
              </a:lnSpc>
              <a:spcBef>
                <a:spcPts val="0"/>
              </a:spcBef>
              <a:spcAft>
                <a:spcPts val="0"/>
              </a:spcAft>
              <a:buClr>
                <a:schemeClr val="lt1"/>
              </a:buClr>
              <a:buSzPts val="2000"/>
              <a:buFont typeface="Calibri"/>
              <a:buNone/>
              <a:defRPr b="0">
                <a:solidFill>
                  <a:schemeClr val="lt1"/>
                </a:solidFill>
              </a:defRPr>
            </a:lvl2pPr>
            <a:lvl3pPr indent="-228600" lvl="2" marL="1371600" algn="l">
              <a:lnSpc>
                <a:spcPct val="117000"/>
              </a:lnSpc>
              <a:spcBef>
                <a:spcPts val="1200"/>
              </a:spcBef>
              <a:spcAft>
                <a:spcPts val="0"/>
              </a:spcAft>
              <a:buSzPts val="2000"/>
              <a:buFont typeface="Calibri"/>
              <a:buNone/>
              <a:defRPr b="0">
                <a:solidFill>
                  <a:schemeClr val="lt1"/>
                </a:solidFill>
              </a:defRPr>
            </a:lvl3pPr>
            <a:lvl4pPr indent="-228600" lvl="3" marL="1828800" algn="l">
              <a:lnSpc>
                <a:spcPct val="117000"/>
              </a:lnSpc>
              <a:spcBef>
                <a:spcPts val="0"/>
              </a:spcBef>
              <a:spcAft>
                <a:spcPts val="0"/>
              </a:spcAft>
              <a:buSzPts val="2000"/>
              <a:buFont typeface="Calibri"/>
              <a:buNone/>
              <a:defRPr b="0">
                <a:solidFill>
                  <a:schemeClr val="lt1"/>
                </a:solidFill>
              </a:defRPr>
            </a:lvl4pPr>
            <a:lvl5pPr indent="-228600" lvl="4" marL="2286000" algn="l">
              <a:lnSpc>
                <a:spcPct val="117000"/>
              </a:lnSpc>
              <a:spcBef>
                <a:spcPts val="0"/>
              </a:spcBef>
              <a:spcAft>
                <a:spcPts val="0"/>
              </a:spcAft>
              <a:buSzPts val="1800"/>
              <a:buFont typeface="Calibri"/>
              <a:buNone/>
              <a:defRPr b="0">
                <a:solidFill>
                  <a:schemeClr val="lt1"/>
                </a:solidFill>
              </a:defRPr>
            </a:lvl5pPr>
            <a:lvl6pPr indent="-228600" lvl="5" marL="2743200" algn="l">
              <a:lnSpc>
                <a:spcPct val="117000"/>
              </a:lnSpc>
              <a:spcBef>
                <a:spcPts val="0"/>
              </a:spcBef>
              <a:spcAft>
                <a:spcPts val="0"/>
              </a:spcAft>
              <a:buSzPts val="1600"/>
              <a:buFont typeface="Calibri"/>
              <a:buNone/>
              <a:defRPr b="0">
                <a:solidFill>
                  <a:schemeClr val="lt1"/>
                </a:solidFill>
              </a:defRPr>
            </a:lvl6pPr>
            <a:lvl7pPr indent="-228600" lvl="6" marL="3200400" algn="l">
              <a:lnSpc>
                <a:spcPct val="117000"/>
              </a:lnSpc>
              <a:spcBef>
                <a:spcPts val="0"/>
              </a:spcBef>
              <a:spcAft>
                <a:spcPts val="0"/>
              </a:spcAft>
              <a:buClr>
                <a:schemeClr val="lt1"/>
              </a:buClr>
              <a:buSzPts val="1800"/>
              <a:buFont typeface="Calibri"/>
              <a:buNone/>
              <a:defRPr b="0">
                <a:solidFill>
                  <a:schemeClr val="lt1"/>
                </a:solidFill>
              </a:defRPr>
            </a:lvl7pPr>
            <a:lvl8pPr indent="-228600" lvl="7" marL="3657600" algn="l">
              <a:lnSpc>
                <a:spcPct val="117000"/>
              </a:lnSpc>
              <a:spcBef>
                <a:spcPts val="0"/>
              </a:spcBef>
              <a:spcAft>
                <a:spcPts val="0"/>
              </a:spcAft>
              <a:buClr>
                <a:schemeClr val="lt1"/>
              </a:buClr>
              <a:buSzPts val="1800"/>
              <a:buFont typeface="Calibri"/>
              <a:buNone/>
              <a:defRPr b="0">
                <a:solidFill>
                  <a:schemeClr val="lt1"/>
                </a:solidFill>
              </a:defRPr>
            </a:lvl8pPr>
            <a:lvl9pPr indent="-228600" lvl="8" marL="4114800" algn="l">
              <a:lnSpc>
                <a:spcPct val="117000"/>
              </a:lnSpc>
              <a:spcBef>
                <a:spcPts val="0"/>
              </a:spcBef>
              <a:spcAft>
                <a:spcPts val="0"/>
              </a:spcAft>
              <a:buClr>
                <a:schemeClr val="lt1"/>
              </a:buClr>
              <a:buSzPts val="1800"/>
              <a:buFont typeface="Calibri"/>
              <a:buNone/>
              <a:defRPr b="0">
                <a:solidFill>
                  <a:schemeClr val="lt1"/>
                </a:solidFill>
              </a:defRPr>
            </a:lvl9pPr>
          </a:lstStyle>
          <a:p/>
        </p:txBody>
      </p:sp>
      <p:sp>
        <p:nvSpPr>
          <p:cNvPr id="56" name="Google Shape;56;p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5"/>
          <p:cNvSpPr/>
          <p:nvPr>
            <p:ph idx="2" type="pic"/>
          </p:nvPr>
        </p:nvSpPr>
        <p:spPr>
          <a:xfrm>
            <a:off x="4583832" y="0"/>
            <a:ext cx="7608168" cy="5651821"/>
          </a:xfrm>
          <a:prstGeom prst="rect">
            <a:avLst/>
          </a:prstGeom>
          <a:noFill/>
          <a:ln>
            <a:noFill/>
          </a:ln>
        </p:spPr>
      </p:sp>
      <p:sp>
        <p:nvSpPr>
          <p:cNvPr id="60" name="Google Shape;60;p5"/>
          <p:cNvSpPr/>
          <p:nvPr/>
        </p:nvSpPr>
        <p:spPr>
          <a:xfrm>
            <a:off x="1143" y="2528951"/>
            <a:ext cx="5632196" cy="3645027"/>
          </a:xfrm>
          <a:custGeom>
            <a:rect b="b" l="l" r="r" t="t"/>
            <a:pathLst>
              <a:path extrusionOk="0" h="3645027" w="5632196">
                <a:moveTo>
                  <a:pt x="0" y="0"/>
                </a:moveTo>
                <a:lnTo>
                  <a:pt x="0" y="3645027"/>
                </a:lnTo>
                <a:lnTo>
                  <a:pt x="4305554" y="3645027"/>
                </a:lnTo>
                <a:lnTo>
                  <a:pt x="5632196" y="0"/>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2">
  <p:cSld name="Titelfolie 2">
    <p:spTree>
      <p:nvGrpSpPr>
        <p:cNvPr id="61" name="Shape 61"/>
        <p:cNvGrpSpPr/>
        <p:nvPr/>
      </p:nvGrpSpPr>
      <p:grpSpPr>
        <a:xfrm>
          <a:off x="0" y="0"/>
          <a:ext cx="0" cy="0"/>
          <a:chOff x="0" y="0"/>
          <a:chExt cx="0" cy="0"/>
        </a:xfrm>
      </p:grpSpPr>
      <p:sp>
        <p:nvSpPr>
          <p:cNvPr id="62" name="Google Shape;62;p6"/>
          <p:cNvSpPr/>
          <p:nvPr/>
        </p:nvSpPr>
        <p:spPr>
          <a:xfrm>
            <a:off x="1143" y="1799970"/>
            <a:ext cx="6204077" cy="5058029"/>
          </a:xfrm>
          <a:custGeom>
            <a:rect b="b" l="l" r="r" t="t"/>
            <a:pathLst>
              <a:path extrusionOk="0" h="5058029" w="6204077">
                <a:moveTo>
                  <a:pt x="0" y="0"/>
                </a:moveTo>
                <a:lnTo>
                  <a:pt x="0" y="5058029"/>
                </a:lnTo>
                <a:lnTo>
                  <a:pt x="4363212" y="5058029"/>
                </a:lnTo>
                <a:lnTo>
                  <a:pt x="6204077" y="0"/>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6"/>
          <p:cNvSpPr txBox="1"/>
          <p:nvPr>
            <p:ph type="ctrTitle"/>
          </p:nvPr>
        </p:nvSpPr>
        <p:spPr>
          <a:xfrm>
            <a:off x="561872" y="1988840"/>
            <a:ext cx="4814048" cy="1368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4400"/>
              <a:buFont typeface="Calibri"/>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6"/>
          <p:cNvSpPr txBox="1"/>
          <p:nvPr>
            <p:ph idx="1" type="subTitle"/>
          </p:nvPr>
        </p:nvSpPr>
        <p:spPr>
          <a:xfrm>
            <a:off x="551384" y="3645024"/>
            <a:ext cx="4176464" cy="1655762"/>
          </a:xfrm>
          <a:prstGeom prst="rect">
            <a:avLst/>
          </a:prstGeom>
          <a:noFill/>
          <a:ln>
            <a:noFill/>
          </a:ln>
        </p:spPr>
        <p:txBody>
          <a:bodyPr anchorCtr="0" anchor="t" bIns="0" lIns="0" spcFirstLastPara="1" rIns="0" wrap="square" tIns="18000">
            <a:noAutofit/>
          </a:bodyPr>
          <a:lstStyle>
            <a:lvl1pPr lvl="0" algn="l">
              <a:lnSpc>
                <a:spcPct val="117000"/>
              </a:lnSpc>
              <a:spcBef>
                <a:spcPts val="0"/>
              </a:spcBef>
              <a:spcAft>
                <a:spcPts val="0"/>
              </a:spcAft>
              <a:buClr>
                <a:schemeClr val="lt1"/>
              </a:buClr>
              <a:buSzPts val="2000"/>
              <a:buNone/>
              <a:defRPr b="1" sz="2000">
                <a:solidFill>
                  <a:schemeClr val="lt1"/>
                </a:solidFill>
              </a:defRPr>
            </a:lvl1pPr>
            <a:lvl2pPr lvl="1" algn="ctr">
              <a:lnSpc>
                <a:spcPct val="117000"/>
              </a:lnSpc>
              <a:spcBef>
                <a:spcPts val="1400"/>
              </a:spcBef>
              <a:spcAft>
                <a:spcPts val="0"/>
              </a:spcAft>
              <a:buClr>
                <a:schemeClr val="accent5"/>
              </a:buClr>
              <a:buSzPts val="2000"/>
              <a:buNone/>
              <a:defRPr sz="2000"/>
            </a:lvl2pPr>
            <a:lvl3pPr lvl="2" algn="ctr">
              <a:lnSpc>
                <a:spcPct val="117000"/>
              </a:lnSpc>
              <a:spcBef>
                <a:spcPts val="1200"/>
              </a:spcBef>
              <a:spcAft>
                <a:spcPts val="0"/>
              </a:spcAft>
              <a:buSzPts val="1800"/>
              <a:buNone/>
              <a:defRPr sz="1800"/>
            </a:lvl3pPr>
            <a:lvl4pPr lvl="3" algn="ctr">
              <a:lnSpc>
                <a:spcPct val="117000"/>
              </a:lnSpc>
              <a:spcBef>
                <a:spcPts val="0"/>
              </a:spcBef>
              <a:spcAft>
                <a:spcPts val="0"/>
              </a:spcAft>
              <a:buSzPts val="1600"/>
              <a:buNone/>
              <a:defRPr sz="1600"/>
            </a:lvl4pPr>
            <a:lvl5pPr lvl="4" algn="ctr">
              <a:lnSpc>
                <a:spcPct val="117000"/>
              </a:lnSpc>
              <a:spcBef>
                <a:spcPts val="0"/>
              </a:spcBef>
              <a:spcAft>
                <a:spcPts val="0"/>
              </a:spcAft>
              <a:buSzPts val="1600"/>
              <a:buNone/>
              <a:defRPr sz="1600"/>
            </a:lvl5pPr>
            <a:lvl6pPr lvl="5" algn="ctr">
              <a:lnSpc>
                <a:spcPct val="117000"/>
              </a:lnSpc>
              <a:spcBef>
                <a:spcPts val="0"/>
              </a:spcBef>
              <a:spcAft>
                <a:spcPts val="0"/>
              </a:spcAft>
              <a:buSzPts val="1600"/>
              <a:buNone/>
              <a:defRPr sz="1600"/>
            </a:lvl6pPr>
            <a:lvl7pPr lvl="6" algn="ctr">
              <a:lnSpc>
                <a:spcPct val="117000"/>
              </a:lnSpc>
              <a:spcBef>
                <a:spcPts val="0"/>
              </a:spcBef>
              <a:spcAft>
                <a:spcPts val="0"/>
              </a:spcAft>
              <a:buClr>
                <a:schemeClr val="dk1"/>
              </a:buClr>
              <a:buSzPts val="1600"/>
              <a:buNone/>
              <a:defRPr sz="1600"/>
            </a:lvl7pPr>
            <a:lvl8pPr lvl="7" algn="ctr">
              <a:lnSpc>
                <a:spcPct val="117000"/>
              </a:lnSpc>
              <a:spcBef>
                <a:spcPts val="0"/>
              </a:spcBef>
              <a:spcAft>
                <a:spcPts val="0"/>
              </a:spcAft>
              <a:buClr>
                <a:schemeClr val="dk1"/>
              </a:buClr>
              <a:buSzPts val="1600"/>
              <a:buNone/>
              <a:defRPr sz="1600"/>
            </a:lvl8pPr>
            <a:lvl9pPr lvl="8" algn="ctr">
              <a:lnSpc>
                <a:spcPct val="117000"/>
              </a:lnSpc>
              <a:spcBef>
                <a:spcPts val="0"/>
              </a:spcBef>
              <a:spcAft>
                <a:spcPts val="0"/>
              </a:spcAft>
              <a:buClr>
                <a:schemeClr val="dk1"/>
              </a:buClr>
              <a:buSzPts val="1600"/>
              <a:buNone/>
              <a:defRPr sz="1600"/>
            </a:lvl9pPr>
          </a:lstStyle>
          <a:p/>
        </p:txBody>
      </p:sp>
      <p:sp>
        <p:nvSpPr>
          <p:cNvPr id="65" name="Google Shape;65;p6"/>
          <p:cNvSpPr txBox="1"/>
          <p:nvPr>
            <p:ph idx="10" type="dt"/>
          </p:nvPr>
        </p:nvSpPr>
        <p:spPr>
          <a:xfrm>
            <a:off x="551384" y="5661248"/>
            <a:ext cx="1944000" cy="216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
          <p:cNvSpPr txBox="1"/>
          <p:nvPr>
            <p:ph idx="2" type="body"/>
          </p:nvPr>
        </p:nvSpPr>
        <p:spPr>
          <a:xfrm>
            <a:off x="551384" y="5373216"/>
            <a:ext cx="2735262" cy="288000"/>
          </a:xfrm>
          <a:prstGeom prst="rect">
            <a:avLst/>
          </a:prstGeom>
          <a:noFill/>
          <a:ln>
            <a:noFill/>
          </a:ln>
        </p:spPr>
        <p:txBody>
          <a:bodyPr anchorCtr="0" anchor="t" bIns="36000" lIns="0" spcFirstLastPara="1" rIns="0" wrap="square" tIns="36000">
            <a:noAutofit/>
          </a:bodyPr>
          <a:lstStyle>
            <a:lvl1pPr indent="-228600" lvl="0" marL="457200" algn="l">
              <a:lnSpc>
                <a:spcPct val="100000"/>
              </a:lnSpc>
              <a:spcBef>
                <a:spcPts val="0"/>
              </a:spcBef>
              <a:spcAft>
                <a:spcPts val="0"/>
              </a:spcAft>
              <a:buClr>
                <a:schemeClr val="lt1"/>
              </a:buClr>
              <a:buSzPts val="1400"/>
              <a:buFont typeface="Arial"/>
              <a:buNone/>
              <a:defRPr b="0" sz="1400">
                <a:solidFill>
                  <a:schemeClr val="lt1"/>
                </a:solidFill>
              </a:defRPr>
            </a:lvl1pPr>
            <a:lvl2pPr indent="-228600" lvl="1" marL="914400" algn="l">
              <a:lnSpc>
                <a:spcPct val="100000"/>
              </a:lnSpc>
              <a:spcBef>
                <a:spcPts val="1400"/>
              </a:spcBef>
              <a:spcAft>
                <a:spcPts val="0"/>
              </a:spcAft>
              <a:buClr>
                <a:schemeClr val="lt1"/>
              </a:buClr>
              <a:buSzPts val="1400"/>
              <a:buFont typeface="Arial"/>
              <a:buNone/>
              <a:defRPr b="0" sz="1400">
                <a:solidFill>
                  <a:schemeClr val="lt1"/>
                </a:solidFill>
              </a:defRPr>
            </a:lvl2pPr>
            <a:lvl3pPr indent="-228600" lvl="2" marL="1371600" algn="l">
              <a:lnSpc>
                <a:spcPct val="100000"/>
              </a:lnSpc>
              <a:spcBef>
                <a:spcPts val="1200"/>
              </a:spcBef>
              <a:spcAft>
                <a:spcPts val="0"/>
              </a:spcAft>
              <a:buSzPts val="1400"/>
              <a:buFont typeface="Arial"/>
              <a:buNone/>
              <a:defRPr b="0" sz="1400">
                <a:solidFill>
                  <a:schemeClr val="lt1"/>
                </a:solidFill>
              </a:defRPr>
            </a:lvl3pPr>
            <a:lvl4pPr indent="-228600" lvl="3" marL="1828800" algn="l">
              <a:lnSpc>
                <a:spcPct val="100000"/>
              </a:lnSpc>
              <a:spcBef>
                <a:spcPts val="0"/>
              </a:spcBef>
              <a:spcAft>
                <a:spcPts val="0"/>
              </a:spcAft>
              <a:buSzPts val="1400"/>
              <a:buFont typeface="Arial"/>
              <a:buNone/>
              <a:defRPr b="0" sz="1400">
                <a:solidFill>
                  <a:schemeClr val="lt1"/>
                </a:solidFill>
              </a:defRPr>
            </a:lvl4pPr>
            <a:lvl5pPr indent="-228600" lvl="4" marL="2286000" algn="l">
              <a:lnSpc>
                <a:spcPct val="100000"/>
              </a:lnSpc>
              <a:spcBef>
                <a:spcPts val="0"/>
              </a:spcBef>
              <a:spcAft>
                <a:spcPts val="0"/>
              </a:spcAft>
              <a:buSzPts val="1400"/>
              <a:buFont typeface="Arial"/>
              <a:buNone/>
              <a:defRPr b="0" sz="1400">
                <a:solidFill>
                  <a:schemeClr val="lt1"/>
                </a:solidFill>
              </a:defRPr>
            </a:lvl5pPr>
            <a:lvl6pPr indent="-228600" lvl="5" marL="2743200" algn="l">
              <a:lnSpc>
                <a:spcPct val="100000"/>
              </a:lnSpc>
              <a:spcBef>
                <a:spcPts val="0"/>
              </a:spcBef>
              <a:spcAft>
                <a:spcPts val="0"/>
              </a:spcAft>
              <a:buSzPts val="1400"/>
              <a:buFont typeface="Arial"/>
              <a:buNone/>
              <a:defRPr b="0" sz="1400">
                <a:solidFill>
                  <a:schemeClr val="lt1"/>
                </a:solidFill>
              </a:defRPr>
            </a:lvl6pPr>
            <a:lvl7pPr indent="-228600" lvl="6" marL="3200400" algn="l">
              <a:lnSpc>
                <a:spcPct val="100000"/>
              </a:lnSpc>
              <a:spcBef>
                <a:spcPts val="0"/>
              </a:spcBef>
              <a:spcAft>
                <a:spcPts val="0"/>
              </a:spcAft>
              <a:buClr>
                <a:schemeClr val="lt1"/>
              </a:buClr>
              <a:buSzPts val="1400"/>
              <a:buFont typeface="Arial"/>
              <a:buNone/>
              <a:defRPr b="0" sz="1400">
                <a:solidFill>
                  <a:schemeClr val="lt1"/>
                </a:solidFill>
              </a:defRPr>
            </a:lvl7pPr>
            <a:lvl8pPr indent="-228600" lvl="7" marL="3657600" algn="l">
              <a:lnSpc>
                <a:spcPct val="100000"/>
              </a:lnSpc>
              <a:spcBef>
                <a:spcPts val="0"/>
              </a:spcBef>
              <a:spcAft>
                <a:spcPts val="0"/>
              </a:spcAft>
              <a:buClr>
                <a:schemeClr val="lt1"/>
              </a:buClr>
              <a:buSzPts val="1400"/>
              <a:buFont typeface="Arial"/>
              <a:buNone/>
              <a:defRPr b="0" sz="1400">
                <a:solidFill>
                  <a:schemeClr val="lt1"/>
                </a:solidFill>
              </a:defRPr>
            </a:lvl8pPr>
            <a:lvl9pPr indent="-228600" lvl="8" marL="4114800" algn="l">
              <a:lnSpc>
                <a:spcPct val="100000"/>
              </a:lnSpc>
              <a:spcBef>
                <a:spcPts val="0"/>
              </a:spcBef>
              <a:spcAft>
                <a:spcPts val="0"/>
              </a:spcAft>
              <a:buClr>
                <a:schemeClr val="lt1"/>
              </a:buClr>
              <a:buSzPts val="1400"/>
              <a:buFont typeface="Arial"/>
              <a:buNone/>
              <a:defRPr b="0" sz="1400">
                <a:solidFill>
                  <a:schemeClr val="lt1"/>
                </a:solidFill>
              </a:defRPr>
            </a:lvl9pPr>
          </a:lstStyle>
          <a:p/>
        </p:txBody>
      </p:sp>
      <p:sp>
        <p:nvSpPr>
          <p:cNvPr id="67" name="Google Shape;67;p6"/>
          <p:cNvSpPr txBox="1"/>
          <p:nvPr/>
        </p:nvSpPr>
        <p:spPr>
          <a:xfrm>
            <a:off x="551600" y="6093296"/>
            <a:ext cx="1944000" cy="269971"/>
          </a:xfrm>
          <a:prstGeom prst="rect">
            <a:avLst/>
          </a:prstGeom>
          <a:noFill/>
          <a:ln>
            <a:noFill/>
          </a:ln>
        </p:spPr>
        <p:txBody>
          <a:bodyPr anchorCtr="0" anchor="t" bIns="0" lIns="0" spcFirstLastPara="1" rIns="0" wrap="square" tIns="50400">
            <a:spAutoFit/>
          </a:bodyPr>
          <a:lstStyle/>
          <a:p>
            <a:pPr indent="0" lvl="0" marL="0" marR="0" rtl="0" algn="l">
              <a:spcBef>
                <a:spcPts val="0"/>
              </a:spcBef>
              <a:spcAft>
                <a:spcPts val="0"/>
              </a:spcAft>
              <a:buNone/>
            </a:pPr>
            <a:r>
              <a:rPr b="0" lang="en-US" sz="1400">
                <a:solidFill>
                  <a:schemeClr val="lt1"/>
                </a:solidFill>
                <a:latin typeface="Calibri"/>
                <a:ea typeface="Calibri"/>
                <a:cs typeface="Calibri"/>
                <a:sym typeface="Calibri"/>
              </a:rPr>
              <a:t>uni-siegen.de</a:t>
            </a:r>
            <a:endParaRPr/>
          </a:p>
        </p:txBody>
      </p:sp>
      <p:sp>
        <p:nvSpPr>
          <p:cNvPr id="68" name="Google Shape;68;p6"/>
          <p:cNvSpPr txBox="1"/>
          <p:nvPr/>
        </p:nvSpPr>
        <p:spPr>
          <a:xfrm>
            <a:off x="8904528" y="6093328"/>
            <a:ext cx="2808096" cy="288000"/>
          </a:xfrm>
          <a:prstGeom prst="rect">
            <a:avLst/>
          </a:prstGeom>
          <a:noFill/>
          <a:ln>
            <a:noFill/>
          </a:ln>
        </p:spPr>
        <p:txBody>
          <a:bodyPr anchorCtr="0" anchor="t" bIns="0" lIns="0" spcFirstLastPara="1" rIns="54000" wrap="square" tIns="7200">
            <a:spAutoFit/>
          </a:bodyPr>
          <a:lstStyle/>
          <a:p>
            <a:pPr indent="0" lvl="0" marL="0" marR="0" rtl="0" algn="r">
              <a:spcBef>
                <a:spcPts val="0"/>
              </a:spcBef>
              <a:spcAft>
                <a:spcPts val="0"/>
              </a:spcAft>
              <a:buNone/>
            </a:pPr>
            <a:r>
              <a:rPr b="1" lang="en-US" sz="1800">
                <a:solidFill>
                  <a:schemeClr val="dk1"/>
                </a:solidFill>
                <a:latin typeface="Calibri"/>
                <a:ea typeface="Calibri"/>
                <a:cs typeface="Calibri"/>
                <a:sym typeface="Calibri"/>
              </a:rPr>
              <a:t>www.uni-siegen.de</a:t>
            </a:r>
            <a:endParaRPr/>
          </a:p>
        </p:txBody>
      </p:sp>
      <p:pic>
        <p:nvPicPr>
          <p:cNvPr id="69" name="Google Shape;69;p6"/>
          <p:cNvPicPr preferRelativeResize="0"/>
          <p:nvPr/>
        </p:nvPicPr>
        <p:blipFill rotWithShape="1">
          <a:blip r:embed="rId2">
            <a:alphaModFix/>
          </a:blip>
          <a:srcRect b="0" l="0" r="0" t="0"/>
          <a:stretch/>
        </p:blipFill>
        <p:spPr>
          <a:xfrm>
            <a:off x="407368" y="410981"/>
            <a:ext cx="2070000" cy="826248"/>
          </a:xfrm>
          <a:prstGeom prst="rect">
            <a:avLst/>
          </a:prstGeom>
          <a:noFill/>
          <a:ln>
            <a:noFill/>
          </a:ln>
        </p:spPr>
      </p:pic>
      <p:sp>
        <p:nvSpPr>
          <p:cNvPr id="70" name="Google Shape;70;p6"/>
          <p:cNvSpPr/>
          <p:nvPr>
            <p:ph idx="3" type="pic"/>
          </p:nvPr>
        </p:nvSpPr>
        <p:spPr>
          <a:xfrm>
            <a:off x="4440810" y="-1"/>
            <a:ext cx="7751190" cy="6858000"/>
          </a:xfrm>
          <a:prstGeom prst="rect">
            <a:avLst/>
          </a:prstGeom>
          <a:noFill/>
          <a:ln>
            <a:noFill/>
          </a:ln>
        </p:spPr>
      </p:sp>
      <p:sp>
        <p:nvSpPr>
          <p:cNvPr id="71" name="Google Shape;71;p6"/>
          <p:cNvSpPr/>
          <p:nvPr/>
        </p:nvSpPr>
        <p:spPr>
          <a:xfrm>
            <a:off x="2545556" y="410982"/>
            <a:ext cx="339180" cy="826248"/>
          </a:xfrm>
          <a:prstGeom prst="parallelogram">
            <a:avLst>
              <a:gd fmla="val 88798"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2" name="Google Shape;72;p6"/>
          <p:cNvPicPr preferRelativeResize="0"/>
          <p:nvPr/>
        </p:nvPicPr>
        <p:blipFill rotWithShape="1">
          <a:blip r:embed="rId3">
            <a:alphaModFix/>
          </a:blip>
          <a:srcRect b="0" l="0" r="0" t="0"/>
          <a:stretch/>
        </p:blipFill>
        <p:spPr>
          <a:xfrm>
            <a:off x="2952924" y="410400"/>
            <a:ext cx="2753170" cy="827999"/>
          </a:xfrm>
          <a:prstGeom prst="rect">
            <a:avLst/>
          </a:prstGeom>
          <a:noFill/>
          <a:ln>
            <a:noFill/>
          </a:ln>
        </p:spPr>
      </p:pic>
      <p:pic>
        <p:nvPicPr>
          <p:cNvPr id="73" name="Google Shape;73;p6"/>
          <p:cNvPicPr preferRelativeResize="0"/>
          <p:nvPr/>
        </p:nvPicPr>
        <p:blipFill rotWithShape="1">
          <a:blip r:embed="rId4">
            <a:alphaModFix/>
          </a:blip>
          <a:srcRect b="0" l="0" r="0" t="0"/>
          <a:stretch/>
        </p:blipFill>
        <p:spPr>
          <a:xfrm>
            <a:off x="5774282" y="588093"/>
            <a:ext cx="2123395" cy="64913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3">
  <p:cSld name="Titelfolie 3">
    <p:spTree>
      <p:nvGrpSpPr>
        <p:cNvPr id="74" name="Shape 74"/>
        <p:cNvGrpSpPr/>
        <p:nvPr/>
      </p:nvGrpSpPr>
      <p:grpSpPr>
        <a:xfrm>
          <a:off x="0" y="0"/>
          <a:ext cx="0" cy="0"/>
          <a:chOff x="0" y="0"/>
          <a:chExt cx="0" cy="0"/>
        </a:xfrm>
      </p:grpSpPr>
      <p:sp>
        <p:nvSpPr>
          <p:cNvPr id="75" name="Google Shape;75;p7"/>
          <p:cNvSpPr/>
          <p:nvPr/>
        </p:nvSpPr>
        <p:spPr>
          <a:xfrm>
            <a:off x="1143" y="1799970"/>
            <a:ext cx="7772146" cy="5058029"/>
          </a:xfrm>
          <a:custGeom>
            <a:rect b="b" l="l" r="r" t="t"/>
            <a:pathLst>
              <a:path extrusionOk="0" h="5058029" w="7772146">
                <a:moveTo>
                  <a:pt x="0" y="0"/>
                </a:moveTo>
                <a:lnTo>
                  <a:pt x="0" y="5058029"/>
                </a:lnTo>
                <a:lnTo>
                  <a:pt x="5931281" y="5058029"/>
                </a:lnTo>
                <a:lnTo>
                  <a:pt x="7772146" y="0"/>
                </a:lnTo>
                <a:lnTo>
                  <a:pt x="0" y="0"/>
                </a:lnTo>
                <a:close/>
              </a:path>
            </a:pathLst>
          </a:custGeom>
          <a:solidFill>
            <a:srgbClr val="5F5B9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7"/>
          <p:cNvSpPr txBox="1"/>
          <p:nvPr>
            <p:ph type="ctrTitle"/>
          </p:nvPr>
        </p:nvSpPr>
        <p:spPr>
          <a:xfrm>
            <a:off x="561872" y="1988840"/>
            <a:ext cx="5832000" cy="1368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4400"/>
              <a:buFont typeface="Calibri"/>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7"/>
          <p:cNvSpPr txBox="1"/>
          <p:nvPr>
            <p:ph idx="1" type="subTitle"/>
          </p:nvPr>
        </p:nvSpPr>
        <p:spPr>
          <a:xfrm>
            <a:off x="551384" y="3645024"/>
            <a:ext cx="5544000" cy="1655762"/>
          </a:xfrm>
          <a:prstGeom prst="rect">
            <a:avLst/>
          </a:prstGeom>
          <a:noFill/>
          <a:ln>
            <a:noFill/>
          </a:ln>
        </p:spPr>
        <p:txBody>
          <a:bodyPr anchorCtr="0" anchor="t" bIns="0" lIns="0" spcFirstLastPara="1" rIns="0" wrap="square" tIns="18000">
            <a:noAutofit/>
          </a:bodyPr>
          <a:lstStyle>
            <a:lvl1pPr lvl="0" algn="l">
              <a:lnSpc>
                <a:spcPct val="117000"/>
              </a:lnSpc>
              <a:spcBef>
                <a:spcPts val="0"/>
              </a:spcBef>
              <a:spcAft>
                <a:spcPts val="0"/>
              </a:spcAft>
              <a:buClr>
                <a:schemeClr val="lt1"/>
              </a:buClr>
              <a:buSzPts val="2000"/>
              <a:buNone/>
              <a:defRPr b="1" sz="2000">
                <a:solidFill>
                  <a:schemeClr val="lt1"/>
                </a:solidFill>
              </a:defRPr>
            </a:lvl1pPr>
            <a:lvl2pPr lvl="1" algn="ctr">
              <a:lnSpc>
                <a:spcPct val="117000"/>
              </a:lnSpc>
              <a:spcBef>
                <a:spcPts val="1400"/>
              </a:spcBef>
              <a:spcAft>
                <a:spcPts val="0"/>
              </a:spcAft>
              <a:buClr>
                <a:schemeClr val="accent5"/>
              </a:buClr>
              <a:buSzPts val="2000"/>
              <a:buNone/>
              <a:defRPr sz="2000"/>
            </a:lvl2pPr>
            <a:lvl3pPr lvl="2" algn="ctr">
              <a:lnSpc>
                <a:spcPct val="117000"/>
              </a:lnSpc>
              <a:spcBef>
                <a:spcPts val="1200"/>
              </a:spcBef>
              <a:spcAft>
                <a:spcPts val="0"/>
              </a:spcAft>
              <a:buSzPts val="1800"/>
              <a:buNone/>
              <a:defRPr sz="1800"/>
            </a:lvl3pPr>
            <a:lvl4pPr lvl="3" algn="ctr">
              <a:lnSpc>
                <a:spcPct val="117000"/>
              </a:lnSpc>
              <a:spcBef>
                <a:spcPts val="0"/>
              </a:spcBef>
              <a:spcAft>
                <a:spcPts val="0"/>
              </a:spcAft>
              <a:buSzPts val="1600"/>
              <a:buNone/>
              <a:defRPr sz="1600"/>
            </a:lvl4pPr>
            <a:lvl5pPr lvl="4" algn="ctr">
              <a:lnSpc>
                <a:spcPct val="117000"/>
              </a:lnSpc>
              <a:spcBef>
                <a:spcPts val="0"/>
              </a:spcBef>
              <a:spcAft>
                <a:spcPts val="0"/>
              </a:spcAft>
              <a:buSzPts val="1600"/>
              <a:buNone/>
              <a:defRPr sz="1600"/>
            </a:lvl5pPr>
            <a:lvl6pPr lvl="5" algn="ctr">
              <a:lnSpc>
                <a:spcPct val="117000"/>
              </a:lnSpc>
              <a:spcBef>
                <a:spcPts val="0"/>
              </a:spcBef>
              <a:spcAft>
                <a:spcPts val="0"/>
              </a:spcAft>
              <a:buSzPts val="1600"/>
              <a:buNone/>
              <a:defRPr sz="1600"/>
            </a:lvl6pPr>
            <a:lvl7pPr lvl="6" algn="ctr">
              <a:lnSpc>
                <a:spcPct val="117000"/>
              </a:lnSpc>
              <a:spcBef>
                <a:spcPts val="0"/>
              </a:spcBef>
              <a:spcAft>
                <a:spcPts val="0"/>
              </a:spcAft>
              <a:buClr>
                <a:schemeClr val="dk1"/>
              </a:buClr>
              <a:buSzPts val="1600"/>
              <a:buNone/>
              <a:defRPr sz="1600"/>
            </a:lvl7pPr>
            <a:lvl8pPr lvl="7" algn="ctr">
              <a:lnSpc>
                <a:spcPct val="117000"/>
              </a:lnSpc>
              <a:spcBef>
                <a:spcPts val="0"/>
              </a:spcBef>
              <a:spcAft>
                <a:spcPts val="0"/>
              </a:spcAft>
              <a:buClr>
                <a:schemeClr val="dk1"/>
              </a:buClr>
              <a:buSzPts val="1600"/>
              <a:buNone/>
              <a:defRPr sz="1600"/>
            </a:lvl8pPr>
            <a:lvl9pPr lvl="8" algn="ctr">
              <a:lnSpc>
                <a:spcPct val="117000"/>
              </a:lnSpc>
              <a:spcBef>
                <a:spcPts val="0"/>
              </a:spcBef>
              <a:spcAft>
                <a:spcPts val="0"/>
              </a:spcAft>
              <a:buClr>
                <a:schemeClr val="dk1"/>
              </a:buClr>
              <a:buSzPts val="1600"/>
              <a:buNone/>
              <a:defRPr sz="1600"/>
            </a:lvl9pPr>
          </a:lstStyle>
          <a:p/>
        </p:txBody>
      </p:sp>
      <p:sp>
        <p:nvSpPr>
          <p:cNvPr id="78" name="Google Shape;78;p7"/>
          <p:cNvSpPr txBox="1"/>
          <p:nvPr>
            <p:ph idx="10" type="dt"/>
          </p:nvPr>
        </p:nvSpPr>
        <p:spPr>
          <a:xfrm>
            <a:off x="551384" y="5661248"/>
            <a:ext cx="1944000" cy="216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
          <p:cNvSpPr/>
          <p:nvPr>
            <p:ph idx="2" type="pic"/>
          </p:nvPr>
        </p:nvSpPr>
        <p:spPr>
          <a:xfrm>
            <a:off x="6565988" y="0"/>
            <a:ext cx="5634802" cy="5336055"/>
          </a:xfrm>
          <a:prstGeom prst="rect">
            <a:avLst/>
          </a:prstGeom>
          <a:noFill/>
          <a:ln>
            <a:noFill/>
          </a:ln>
        </p:spPr>
      </p:sp>
      <p:sp>
        <p:nvSpPr>
          <p:cNvPr id="80" name="Google Shape;80;p7"/>
          <p:cNvSpPr txBox="1"/>
          <p:nvPr>
            <p:ph idx="3" type="body"/>
          </p:nvPr>
        </p:nvSpPr>
        <p:spPr>
          <a:xfrm>
            <a:off x="551384" y="5373216"/>
            <a:ext cx="2735262" cy="288000"/>
          </a:xfrm>
          <a:prstGeom prst="rect">
            <a:avLst/>
          </a:prstGeom>
          <a:noFill/>
          <a:ln>
            <a:noFill/>
          </a:ln>
        </p:spPr>
        <p:txBody>
          <a:bodyPr anchorCtr="0" anchor="t" bIns="36000" lIns="0" spcFirstLastPara="1" rIns="0" wrap="square" tIns="36000">
            <a:noAutofit/>
          </a:bodyPr>
          <a:lstStyle>
            <a:lvl1pPr indent="-228600" lvl="0" marL="457200" algn="l">
              <a:lnSpc>
                <a:spcPct val="100000"/>
              </a:lnSpc>
              <a:spcBef>
                <a:spcPts val="0"/>
              </a:spcBef>
              <a:spcAft>
                <a:spcPts val="0"/>
              </a:spcAft>
              <a:buClr>
                <a:schemeClr val="lt1"/>
              </a:buClr>
              <a:buSzPts val="1400"/>
              <a:buFont typeface="Arial"/>
              <a:buNone/>
              <a:defRPr b="0" sz="1400">
                <a:solidFill>
                  <a:schemeClr val="lt1"/>
                </a:solidFill>
              </a:defRPr>
            </a:lvl1pPr>
            <a:lvl2pPr indent="-228600" lvl="1" marL="914400" algn="l">
              <a:lnSpc>
                <a:spcPct val="100000"/>
              </a:lnSpc>
              <a:spcBef>
                <a:spcPts val="1400"/>
              </a:spcBef>
              <a:spcAft>
                <a:spcPts val="0"/>
              </a:spcAft>
              <a:buClr>
                <a:schemeClr val="lt1"/>
              </a:buClr>
              <a:buSzPts val="1400"/>
              <a:buFont typeface="Arial"/>
              <a:buNone/>
              <a:defRPr b="0" sz="1400">
                <a:solidFill>
                  <a:schemeClr val="lt1"/>
                </a:solidFill>
              </a:defRPr>
            </a:lvl2pPr>
            <a:lvl3pPr indent="-228600" lvl="2" marL="1371600" algn="l">
              <a:lnSpc>
                <a:spcPct val="100000"/>
              </a:lnSpc>
              <a:spcBef>
                <a:spcPts val="1200"/>
              </a:spcBef>
              <a:spcAft>
                <a:spcPts val="0"/>
              </a:spcAft>
              <a:buSzPts val="1400"/>
              <a:buFont typeface="Arial"/>
              <a:buNone/>
              <a:defRPr b="0" sz="1400">
                <a:solidFill>
                  <a:schemeClr val="lt1"/>
                </a:solidFill>
              </a:defRPr>
            </a:lvl3pPr>
            <a:lvl4pPr indent="-228600" lvl="3" marL="1828800" algn="l">
              <a:lnSpc>
                <a:spcPct val="100000"/>
              </a:lnSpc>
              <a:spcBef>
                <a:spcPts val="0"/>
              </a:spcBef>
              <a:spcAft>
                <a:spcPts val="0"/>
              </a:spcAft>
              <a:buSzPts val="1400"/>
              <a:buFont typeface="Arial"/>
              <a:buNone/>
              <a:defRPr b="0" sz="1400">
                <a:solidFill>
                  <a:schemeClr val="lt1"/>
                </a:solidFill>
              </a:defRPr>
            </a:lvl4pPr>
            <a:lvl5pPr indent="-228600" lvl="4" marL="2286000" algn="l">
              <a:lnSpc>
                <a:spcPct val="100000"/>
              </a:lnSpc>
              <a:spcBef>
                <a:spcPts val="0"/>
              </a:spcBef>
              <a:spcAft>
                <a:spcPts val="0"/>
              </a:spcAft>
              <a:buSzPts val="1400"/>
              <a:buFont typeface="Arial"/>
              <a:buNone/>
              <a:defRPr b="0" sz="1400">
                <a:solidFill>
                  <a:schemeClr val="lt1"/>
                </a:solidFill>
              </a:defRPr>
            </a:lvl5pPr>
            <a:lvl6pPr indent="-228600" lvl="5" marL="2743200" algn="l">
              <a:lnSpc>
                <a:spcPct val="100000"/>
              </a:lnSpc>
              <a:spcBef>
                <a:spcPts val="0"/>
              </a:spcBef>
              <a:spcAft>
                <a:spcPts val="0"/>
              </a:spcAft>
              <a:buSzPts val="1400"/>
              <a:buFont typeface="Arial"/>
              <a:buNone/>
              <a:defRPr b="0" sz="1400">
                <a:solidFill>
                  <a:schemeClr val="lt1"/>
                </a:solidFill>
              </a:defRPr>
            </a:lvl6pPr>
            <a:lvl7pPr indent="-228600" lvl="6" marL="3200400" algn="l">
              <a:lnSpc>
                <a:spcPct val="100000"/>
              </a:lnSpc>
              <a:spcBef>
                <a:spcPts val="0"/>
              </a:spcBef>
              <a:spcAft>
                <a:spcPts val="0"/>
              </a:spcAft>
              <a:buClr>
                <a:schemeClr val="lt1"/>
              </a:buClr>
              <a:buSzPts val="1400"/>
              <a:buFont typeface="Arial"/>
              <a:buNone/>
              <a:defRPr b="0" sz="1400">
                <a:solidFill>
                  <a:schemeClr val="lt1"/>
                </a:solidFill>
              </a:defRPr>
            </a:lvl7pPr>
            <a:lvl8pPr indent="-228600" lvl="7" marL="3657600" algn="l">
              <a:lnSpc>
                <a:spcPct val="100000"/>
              </a:lnSpc>
              <a:spcBef>
                <a:spcPts val="0"/>
              </a:spcBef>
              <a:spcAft>
                <a:spcPts val="0"/>
              </a:spcAft>
              <a:buClr>
                <a:schemeClr val="lt1"/>
              </a:buClr>
              <a:buSzPts val="1400"/>
              <a:buFont typeface="Arial"/>
              <a:buNone/>
              <a:defRPr b="0" sz="1400">
                <a:solidFill>
                  <a:schemeClr val="lt1"/>
                </a:solidFill>
              </a:defRPr>
            </a:lvl8pPr>
            <a:lvl9pPr indent="-228600" lvl="8" marL="4114800" algn="l">
              <a:lnSpc>
                <a:spcPct val="100000"/>
              </a:lnSpc>
              <a:spcBef>
                <a:spcPts val="0"/>
              </a:spcBef>
              <a:spcAft>
                <a:spcPts val="0"/>
              </a:spcAft>
              <a:buClr>
                <a:schemeClr val="lt1"/>
              </a:buClr>
              <a:buSzPts val="1400"/>
              <a:buFont typeface="Arial"/>
              <a:buNone/>
              <a:defRPr b="0" sz="1400">
                <a:solidFill>
                  <a:schemeClr val="lt1"/>
                </a:solidFill>
              </a:defRPr>
            </a:lvl9pPr>
          </a:lstStyle>
          <a:p/>
        </p:txBody>
      </p:sp>
      <p:sp>
        <p:nvSpPr>
          <p:cNvPr id="81" name="Google Shape;81;p7"/>
          <p:cNvSpPr txBox="1"/>
          <p:nvPr/>
        </p:nvSpPr>
        <p:spPr>
          <a:xfrm>
            <a:off x="551600" y="6093296"/>
            <a:ext cx="1944000" cy="269971"/>
          </a:xfrm>
          <a:prstGeom prst="rect">
            <a:avLst/>
          </a:prstGeom>
          <a:noFill/>
          <a:ln>
            <a:noFill/>
          </a:ln>
        </p:spPr>
        <p:txBody>
          <a:bodyPr anchorCtr="0" anchor="t" bIns="0" lIns="0" spcFirstLastPara="1" rIns="0" wrap="square" tIns="50400">
            <a:spAutoFit/>
          </a:bodyPr>
          <a:lstStyle/>
          <a:p>
            <a:pPr indent="0" lvl="0" marL="0" marR="0" rtl="0" algn="l">
              <a:spcBef>
                <a:spcPts val="0"/>
              </a:spcBef>
              <a:spcAft>
                <a:spcPts val="0"/>
              </a:spcAft>
              <a:buNone/>
            </a:pPr>
            <a:r>
              <a:rPr b="0" lang="en-US" sz="1400">
                <a:solidFill>
                  <a:schemeClr val="lt1"/>
                </a:solidFill>
                <a:latin typeface="Calibri"/>
                <a:ea typeface="Calibri"/>
                <a:cs typeface="Calibri"/>
                <a:sym typeface="Calibri"/>
              </a:rPr>
              <a:t>uni-siegen.de</a:t>
            </a:r>
            <a:endParaRPr/>
          </a:p>
        </p:txBody>
      </p:sp>
      <p:sp>
        <p:nvSpPr>
          <p:cNvPr id="82" name="Google Shape;82;p7"/>
          <p:cNvSpPr txBox="1"/>
          <p:nvPr/>
        </p:nvSpPr>
        <p:spPr>
          <a:xfrm>
            <a:off x="8904528" y="6093328"/>
            <a:ext cx="2808096" cy="288000"/>
          </a:xfrm>
          <a:prstGeom prst="rect">
            <a:avLst/>
          </a:prstGeom>
          <a:noFill/>
          <a:ln>
            <a:noFill/>
          </a:ln>
        </p:spPr>
        <p:txBody>
          <a:bodyPr anchorCtr="0" anchor="t" bIns="0" lIns="0" spcFirstLastPara="1" rIns="54000" wrap="square" tIns="7200">
            <a:spAutoFit/>
          </a:bodyPr>
          <a:lstStyle/>
          <a:p>
            <a:pPr indent="0" lvl="0" marL="0" marR="0" rtl="0" algn="r">
              <a:spcBef>
                <a:spcPts val="0"/>
              </a:spcBef>
              <a:spcAft>
                <a:spcPts val="0"/>
              </a:spcAft>
              <a:buNone/>
            </a:pPr>
            <a:r>
              <a:rPr b="1" lang="en-US" sz="1800">
                <a:solidFill>
                  <a:schemeClr val="accent6"/>
                </a:solidFill>
                <a:latin typeface="Calibri"/>
                <a:ea typeface="Calibri"/>
                <a:cs typeface="Calibri"/>
                <a:sym typeface="Calibri"/>
              </a:rPr>
              <a:t>www.uni-siegen.de</a:t>
            </a:r>
            <a:endParaRPr/>
          </a:p>
        </p:txBody>
      </p:sp>
      <p:pic>
        <p:nvPicPr>
          <p:cNvPr id="83" name="Google Shape;83;p7"/>
          <p:cNvPicPr preferRelativeResize="0"/>
          <p:nvPr/>
        </p:nvPicPr>
        <p:blipFill rotWithShape="1">
          <a:blip r:embed="rId2">
            <a:alphaModFix/>
          </a:blip>
          <a:srcRect b="0" l="0" r="0" t="0"/>
          <a:stretch/>
        </p:blipFill>
        <p:spPr>
          <a:xfrm>
            <a:off x="407368" y="410981"/>
            <a:ext cx="2070000" cy="826248"/>
          </a:xfrm>
          <a:prstGeom prst="rect">
            <a:avLst/>
          </a:prstGeom>
          <a:noFill/>
          <a:ln>
            <a:noFill/>
          </a:ln>
        </p:spPr>
      </p:pic>
      <p:sp>
        <p:nvSpPr>
          <p:cNvPr id="84" name="Google Shape;84;p7"/>
          <p:cNvSpPr/>
          <p:nvPr/>
        </p:nvSpPr>
        <p:spPr>
          <a:xfrm>
            <a:off x="2545556" y="410982"/>
            <a:ext cx="339180" cy="826248"/>
          </a:xfrm>
          <a:prstGeom prst="parallelogram">
            <a:avLst>
              <a:gd fmla="val 88798"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85" name="Google Shape;85;p7"/>
          <p:cNvPicPr preferRelativeResize="0"/>
          <p:nvPr/>
        </p:nvPicPr>
        <p:blipFill rotWithShape="1">
          <a:blip r:embed="rId3">
            <a:alphaModFix/>
          </a:blip>
          <a:srcRect b="0" l="0" r="0" t="0"/>
          <a:stretch/>
        </p:blipFill>
        <p:spPr>
          <a:xfrm>
            <a:off x="2952924" y="410400"/>
            <a:ext cx="2753170" cy="827999"/>
          </a:xfrm>
          <a:prstGeom prst="rect">
            <a:avLst/>
          </a:prstGeom>
          <a:noFill/>
          <a:ln>
            <a:noFill/>
          </a:ln>
        </p:spPr>
      </p:pic>
      <p:pic>
        <p:nvPicPr>
          <p:cNvPr id="86" name="Google Shape;86;p7"/>
          <p:cNvPicPr preferRelativeResize="0"/>
          <p:nvPr/>
        </p:nvPicPr>
        <p:blipFill rotWithShape="1">
          <a:blip r:embed="rId4">
            <a:alphaModFix/>
          </a:blip>
          <a:srcRect b="0" l="0" r="0" t="0"/>
          <a:stretch/>
        </p:blipFill>
        <p:spPr>
          <a:xfrm>
            <a:off x="5774282" y="588093"/>
            <a:ext cx="2123395" cy="64913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4">
  <p:cSld name="Titelfolie 4">
    <p:spTree>
      <p:nvGrpSpPr>
        <p:cNvPr id="87" name="Shape 87"/>
        <p:cNvGrpSpPr/>
        <p:nvPr/>
      </p:nvGrpSpPr>
      <p:grpSpPr>
        <a:xfrm>
          <a:off x="0" y="0"/>
          <a:ext cx="0" cy="0"/>
          <a:chOff x="0" y="0"/>
          <a:chExt cx="0" cy="0"/>
        </a:xfrm>
      </p:grpSpPr>
      <p:sp>
        <p:nvSpPr>
          <p:cNvPr id="88" name="Google Shape;88;p8"/>
          <p:cNvSpPr/>
          <p:nvPr>
            <p:ph idx="2" type="pic"/>
          </p:nvPr>
        </p:nvSpPr>
        <p:spPr>
          <a:xfrm>
            <a:off x="0" y="3525624"/>
            <a:ext cx="12200790" cy="3332375"/>
          </a:xfrm>
          <a:prstGeom prst="rect">
            <a:avLst/>
          </a:prstGeom>
          <a:noFill/>
          <a:ln>
            <a:noFill/>
          </a:ln>
        </p:spPr>
      </p:sp>
      <p:grpSp>
        <p:nvGrpSpPr>
          <p:cNvPr id="89" name="Google Shape;89;p8"/>
          <p:cNvGrpSpPr/>
          <p:nvPr/>
        </p:nvGrpSpPr>
        <p:grpSpPr>
          <a:xfrm>
            <a:off x="1143" y="1799970"/>
            <a:ext cx="12193142" cy="2988056"/>
            <a:chOff x="1143" y="1799970"/>
            <a:chExt cx="12193142" cy="2988056"/>
          </a:xfrm>
        </p:grpSpPr>
        <p:sp>
          <p:nvSpPr>
            <p:cNvPr id="90" name="Google Shape;90;p8"/>
            <p:cNvSpPr/>
            <p:nvPr/>
          </p:nvSpPr>
          <p:spPr>
            <a:xfrm>
              <a:off x="1143" y="1799970"/>
              <a:ext cx="8394064" cy="1656080"/>
            </a:xfrm>
            <a:custGeom>
              <a:rect b="b" l="l" r="r" t="t"/>
              <a:pathLst>
                <a:path extrusionOk="0" h="1656080" w="8394064">
                  <a:moveTo>
                    <a:pt x="7791323" y="0"/>
                  </a:moveTo>
                  <a:lnTo>
                    <a:pt x="0" y="0"/>
                  </a:lnTo>
                  <a:lnTo>
                    <a:pt x="0" y="1655064"/>
                  </a:lnTo>
                  <a:lnTo>
                    <a:pt x="254" y="1656080"/>
                  </a:lnTo>
                  <a:lnTo>
                    <a:pt x="8394065" y="1656080"/>
                  </a:lnTo>
                  <a:lnTo>
                    <a:pt x="7791323"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8"/>
            <p:cNvSpPr/>
            <p:nvPr/>
          </p:nvSpPr>
          <p:spPr>
            <a:xfrm>
              <a:off x="1143" y="3528059"/>
              <a:ext cx="4962778" cy="1259967"/>
            </a:xfrm>
            <a:custGeom>
              <a:rect b="b" l="l" r="r" t="t"/>
              <a:pathLst>
                <a:path extrusionOk="0" h="1259967" w="4962778">
                  <a:moveTo>
                    <a:pt x="0" y="0"/>
                  </a:moveTo>
                  <a:lnTo>
                    <a:pt x="0" y="254"/>
                  </a:lnTo>
                  <a:lnTo>
                    <a:pt x="0" y="1259967"/>
                  </a:lnTo>
                  <a:lnTo>
                    <a:pt x="4504182" y="1259967"/>
                  </a:lnTo>
                  <a:lnTo>
                    <a:pt x="4962779" y="0"/>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8"/>
            <p:cNvSpPr/>
            <p:nvPr/>
          </p:nvSpPr>
          <p:spPr>
            <a:xfrm>
              <a:off x="8196326" y="2700020"/>
              <a:ext cx="3997959" cy="756030"/>
            </a:xfrm>
            <a:custGeom>
              <a:rect b="b" l="l" r="r" t="t"/>
              <a:pathLst>
                <a:path extrusionOk="0" h="756030" w="3997959">
                  <a:moveTo>
                    <a:pt x="3997960" y="0"/>
                  </a:moveTo>
                  <a:lnTo>
                    <a:pt x="0" y="0"/>
                  </a:lnTo>
                  <a:lnTo>
                    <a:pt x="275209" y="756031"/>
                  </a:lnTo>
                  <a:lnTo>
                    <a:pt x="3997960" y="756031"/>
                  </a:lnTo>
                  <a:lnTo>
                    <a:pt x="3997960" y="0"/>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3" name="Google Shape;93;p8"/>
          <p:cNvSpPr txBox="1"/>
          <p:nvPr>
            <p:ph type="ctrTitle"/>
          </p:nvPr>
        </p:nvSpPr>
        <p:spPr>
          <a:xfrm>
            <a:off x="561872" y="2061000"/>
            <a:ext cx="5832000" cy="1152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8"/>
          <p:cNvSpPr txBox="1"/>
          <p:nvPr>
            <p:ph idx="10" type="dt"/>
          </p:nvPr>
        </p:nvSpPr>
        <p:spPr>
          <a:xfrm>
            <a:off x="551384" y="4149080"/>
            <a:ext cx="2592288" cy="288000"/>
          </a:xfrm>
          <a:prstGeom prst="rect">
            <a:avLst/>
          </a:prstGeom>
          <a:noFill/>
          <a:ln>
            <a:noFill/>
          </a:ln>
        </p:spPr>
        <p:txBody>
          <a:bodyPr anchorCtr="0" anchor="t" bIns="0" lIns="0" spcFirstLastPara="1" rIns="0" wrap="square" tIns="28800">
            <a:noAutofit/>
          </a:bodyPr>
          <a:lstStyle>
            <a:lvl1pPr lvl="0" algn="l">
              <a:spcBef>
                <a:spcPts val="0"/>
              </a:spcBef>
              <a:spcAft>
                <a:spcPts val="0"/>
              </a:spcAft>
              <a:buSzPts val="1400"/>
              <a:buNone/>
              <a:defRPr b="1" sz="1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8"/>
          <p:cNvSpPr txBox="1"/>
          <p:nvPr>
            <p:ph idx="1" type="body"/>
          </p:nvPr>
        </p:nvSpPr>
        <p:spPr>
          <a:xfrm>
            <a:off x="551704" y="3860224"/>
            <a:ext cx="2880000" cy="288000"/>
          </a:xfrm>
          <a:prstGeom prst="rect">
            <a:avLst/>
          </a:prstGeom>
          <a:noFill/>
          <a:ln>
            <a:noFill/>
          </a:ln>
        </p:spPr>
        <p:txBody>
          <a:bodyPr anchorCtr="0" anchor="t" bIns="36000" lIns="0" spcFirstLastPara="1" rIns="0" wrap="square" tIns="0">
            <a:noAutofit/>
          </a:bodyPr>
          <a:lstStyle>
            <a:lvl1pPr indent="-228600" lvl="0" marL="457200" algn="l">
              <a:lnSpc>
                <a:spcPct val="100000"/>
              </a:lnSpc>
              <a:spcBef>
                <a:spcPts val="0"/>
              </a:spcBef>
              <a:spcAft>
                <a:spcPts val="0"/>
              </a:spcAft>
              <a:buClr>
                <a:schemeClr val="lt1"/>
              </a:buClr>
              <a:buSzPts val="1800"/>
              <a:buFont typeface="Arial"/>
              <a:buNone/>
              <a:defRPr b="1" sz="1800">
                <a:solidFill>
                  <a:schemeClr val="lt1"/>
                </a:solidFill>
              </a:defRPr>
            </a:lvl1pPr>
            <a:lvl2pPr indent="-228600" lvl="1" marL="914400" algn="l">
              <a:lnSpc>
                <a:spcPct val="100000"/>
              </a:lnSpc>
              <a:spcBef>
                <a:spcPts val="1400"/>
              </a:spcBef>
              <a:spcAft>
                <a:spcPts val="0"/>
              </a:spcAft>
              <a:buClr>
                <a:schemeClr val="lt1"/>
              </a:buClr>
              <a:buSzPts val="1400"/>
              <a:buFont typeface="Arial"/>
              <a:buNone/>
              <a:defRPr b="0" sz="1400">
                <a:solidFill>
                  <a:schemeClr val="lt1"/>
                </a:solidFill>
              </a:defRPr>
            </a:lvl2pPr>
            <a:lvl3pPr indent="-228600" lvl="2" marL="1371600" algn="l">
              <a:lnSpc>
                <a:spcPct val="100000"/>
              </a:lnSpc>
              <a:spcBef>
                <a:spcPts val="1200"/>
              </a:spcBef>
              <a:spcAft>
                <a:spcPts val="0"/>
              </a:spcAft>
              <a:buSzPts val="1400"/>
              <a:buFont typeface="Arial"/>
              <a:buNone/>
              <a:defRPr b="0" sz="1400">
                <a:solidFill>
                  <a:schemeClr val="lt1"/>
                </a:solidFill>
              </a:defRPr>
            </a:lvl3pPr>
            <a:lvl4pPr indent="-228600" lvl="3" marL="1828800" algn="l">
              <a:lnSpc>
                <a:spcPct val="100000"/>
              </a:lnSpc>
              <a:spcBef>
                <a:spcPts val="0"/>
              </a:spcBef>
              <a:spcAft>
                <a:spcPts val="0"/>
              </a:spcAft>
              <a:buSzPts val="1400"/>
              <a:buFont typeface="Arial"/>
              <a:buNone/>
              <a:defRPr b="0" sz="1400">
                <a:solidFill>
                  <a:schemeClr val="lt1"/>
                </a:solidFill>
              </a:defRPr>
            </a:lvl4pPr>
            <a:lvl5pPr indent="-228600" lvl="4" marL="2286000" algn="l">
              <a:lnSpc>
                <a:spcPct val="100000"/>
              </a:lnSpc>
              <a:spcBef>
                <a:spcPts val="0"/>
              </a:spcBef>
              <a:spcAft>
                <a:spcPts val="0"/>
              </a:spcAft>
              <a:buSzPts val="1400"/>
              <a:buFont typeface="Arial"/>
              <a:buNone/>
              <a:defRPr b="0" sz="1400">
                <a:solidFill>
                  <a:schemeClr val="lt1"/>
                </a:solidFill>
              </a:defRPr>
            </a:lvl5pPr>
            <a:lvl6pPr indent="-228600" lvl="5" marL="2743200" algn="l">
              <a:lnSpc>
                <a:spcPct val="100000"/>
              </a:lnSpc>
              <a:spcBef>
                <a:spcPts val="0"/>
              </a:spcBef>
              <a:spcAft>
                <a:spcPts val="0"/>
              </a:spcAft>
              <a:buSzPts val="1400"/>
              <a:buFont typeface="Arial"/>
              <a:buNone/>
              <a:defRPr b="0" sz="1400">
                <a:solidFill>
                  <a:schemeClr val="lt1"/>
                </a:solidFill>
              </a:defRPr>
            </a:lvl6pPr>
            <a:lvl7pPr indent="-228600" lvl="6" marL="3200400" algn="l">
              <a:lnSpc>
                <a:spcPct val="100000"/>
              </a:lnSpc>
              <a:spcBef>
                <a:spcPts val="0"/>
              </a:spcBef>
              <a:spcAft>
                <a:spcPts val="0"/>
              </a:spcAft>
              <a:buClr>
                <a:schemeClr val="lt1"/>
              </a:buClr>
              <a:buSzPts val="1400"/>
              <a:buFont typeface="Arial"/>
              <a:buNone/>
              <a:defRPr b="0" sz="1400">
                <a:solidFill>
                  <a:schemeClr val="lt1"/>
                </a:solidFill>
              </a:defRPr>
            </a:lvl7pPr>
            <a:lvl8pPr indent="-228600" lvl="7" marL="3657600" algn="l">
              <a:lnSpc>
                <a:spcPct val="100000"/>
              </a:lnSpc>
              <a:spcBef>
                <a:spcPts val="0"/>
              </a:spcBef>
              <a:spcAft>
                <a:spcPts val="0"/>
              </a:spcAft>
              <a:buClr>
                <a:schemeClr val="lt1"/>
              </a:buClr>
              <a:buSzPts val="1400"/>
              <a:buFont typeface="Arial"/>
              <a:buNone/>
              <a:defRPr b="0" sz="1400">
                <a:solidFill>
                  <a:schemeClr val="lt1"/>
                </a:solidFill>
              </a:defRPr>
            </a:lvl8pPr>
            <a:lvl9pPr indent="-228600" lvl="8" marL="4114800" algn="l">
              <a:lnSpc>
                <a:spcPct val="100000"/>
              </a:lnSpc>
              <a:spcBef>
                <a:spcPts val="0"/>
              </a:spcBef>
              <a:spcAft>
                <a:spcPts val="0"/>
              </a:spcAft>
              <a:buClr>
                <a:schemeClr val="lt1"/>
              </a:buClr>
              <a:buSzPts val="1400"/>
              <a:buFont typeface="Arial"/>
              <a:buNone/>
              <a:defRPr b="0" sz="1400">
                <a:solidFill>
                  <a:schemeClr val="lt1"/>
                </a:solidFill>
              </a:defRPr>
            </a:lvl9pPr>
          </a:lstStyle>
          <a:p/>
        </p:txBody>
      </p:sp>
      <p:sp>
        <p:nvSpPr>
          <p:cNvPr id="96" name="Google Shape;96;p8"/>
          <p:cNvSpPr txBox="1"/>
          <p:nvPr/>
        </p:nvSpPr>
        <p:spPr>
          <a:xfrm>
            <a:off x="551600" y="6093296"/>
            <a:ext cx="1944000" cy="269971"/>
          </a:xfrm>
          <a:prstGeom prst="rect">
            <a:avLst/>
          </a:prstGeom>
          <a:noFill/>
          <a:ln>
            <a:noFill/>
          </a:ln>
        </p:spPr>
        <p:txBody>
          <a:bodyPr anchorCtr="0" anchor="t" bIns="0" lIns="0" spcFirstLastPara="1" rIns="0" wrap="square" tIns="50400">
            <a:spAutoFit/>
          </a:bodyPr>
          <a:lstStyle/>
          <a:p>
            <a:pPr indent="0" lvl="0" marL="0" marR="0" rtl="0" algn="l">
              <a:spcBef>
                <a:spcPts val="0"/>
              </a:spcBef>
              <a:spcAft>
                <a:spcPts val="0"/>
              </a:spcAft>
              <a:buNone/>
            </a:pPr>
            <a:r>
              <a:rPr b="0" lang="en-US" sz="1400">
                <a:solidFill>
                  <a:schemeClr val="lt1"/>
                </a:solidFill>
                <a:latin typeface="Calibri"/>
                <a:ea typeface="Calibri"/>
                <a:cs typeface="Calibri"/>
                <a:sym typeface="Calibri"/>
              </a:rPr>
              <a:t>uni-siegen.de</a:t>
            </a:r>
            <a:endParaRPr/>
          </a:p>
        </p:txBody>
      </p:sp>
      <p:pic>
        <p:nvPicPr>
          <p:cNvPr id="97" name="Google Shape;97;p8"/>
          <p:cNvPicPr preferRelativeResize="0"/>
          <p:nvPr/>
        </p:nvPicPr>
        <p:blipFill rotWithShape="1">
          <a:blip r:embed="rId2">
            <a:alphaModFix/>
          </a:blip>
          <a:srcRect b="0" l="0" r="0" t="0"/>
          <a:stretch/>
        </p:blipFill>
        <p:spPr>
          <a:xfrm>
            <a:off x="407368" y="410981"/>
            <a:ext cx="2070000" cy="826248"/>
          </a:xfrm>
          <a:prstGeom prst="rect">
            <a:avLst/>
          </a:prstGeom>
          <a:noFill/>
          <a:ln>
            <a:noFill/>
          </a:ln>
        </p:spPr>
      </p:pic>
      <p:sp>
        <p:nvSpPr>
          <p:cNvPr id="98" name="Google Shape;98;p8"/>
          <p:cNvSpPr txBox="1"/>
          <p:nvPr/>
        </p:nvSpPr>
        <p:spPr>
          <a:xfrm>
            <a:off x="8832304" y="2924976"/>
            <a:ext cx="1944000" cy="288000"/>
          </a:xfrm>
          <a:prstGeom prst="rect">
            <a:avLst/>
          </a:prstGeom>
          <a:noFill/>
          <a:ln>
            <a:noFill/>
          </a:ln>
        </p:spPr>
        <p:txBody>
          <a:bodyPr anchorCtr="0" anchor="t" bIns="0" lIns="14400" spcFirstLastPara="1" rIns="0" wrap="square" tIns="10800">
            <a:spAutoFit/>
          </a:bodyPr>
          <a:lstStyle/>
          <a:p>
            <a:pPr indent="0" lvl="0" marL="0" marR="0" rtl="0" algn="l">
              <a:spcBef>
                <a:spcPts val="0"/>
              </a:spcBef>
              <a:spcAft>
                <a:spcPts val="0"/>
              </a:spcAft>
              <a:buNone/>
            </a:pPr>
            <a:r>
              <a:rPr b="1" lang="en-US" sz="1800">
                <a:solidFill>
                  <a:schemeClr val="lt1"/>
                </a:solidFill>
                <a:latin typeface="Calibri"/>
                <a:ea typeface="Calibri"/>
                <a:cs typeface="Calibri"/>
                <a:sym typeface="Calibri"/>
              </a:rPr>
              <a:t>uni-siegen.de</a:t>
            </a:r>
            <a:endParaRPr/>
          </a:p>
        </p:txBody>
      </p:sp>
      <p:sp>
        <p:nvSpPr>
          <p:cNvPr id="99" name="Google Shape;99;p8"/>
          <p:cNvSpPr/>
          <p:nvPr/>
        </p:nvSpPr>
        <p:spPr>
          <a:xfrm>
            <a:off x="2545556" y="410982"/>
            <a:ext cx="339180" cy="826248"/>
          </a:xfrm>
          <a:prstGeom prst="parallelogram">
            <a:avLst>
              <a:gd fmla="val 88798"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00" name="Google Shape;100;p8"/>
          <p:cNvPicPr preferRelativeResize="0"/>
          <p:nvPr/>
        </p:nvPicPr>
        <p:blipFill rotWithShape="1">
          <a:blip r:embed="rId3">
            <a:alphaModFix/>
          </a:blip>
          <a:srcRect b="0" l="0" r="0" t="0"/>
          <a:stretch/>
        </p:blipFill>
        <p:spPr>
          <a:xfrm>
            <a:off x="2952924" y="410400"/>
            <a:ext cx="2753170" cy="827999"/>
          </a:xfrm>
          <a:prstGeom prst="rect">
            <a:avLst/>
          </a:prstGeom>
          <a:noFill/>
          <a:ln>
            <a:noFill/>
          </a:ln>
        </p:spPr>
      </p:pic>
      <p:pic>
        <p:nvPicPr>
          <p:cNvPr id="101" name="Google Shape;101;p8"/>
          <p:cNvPicPr preferRelativeResize="0"/>
          <p:nvPr/>
        </p:nvPicPr>
        <p:blipFill rotWithShape="1">
          <a:blip r:embed="rId4">
            <a:alphaModFix/>
          </a:blip>
          <a:srcRect b="0" l="0" r="0" t="0"/>
          <a:stretch/>
        </p:blipFill>
        <p:spPr>
          <a:xfrm>
            <a:off x="5774282" y="588093"/>
            <a:ext cx="2123395" cy="64913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5">
  <p:cSld name="Titelfolie 5">
    <p:spTree>
      <p:nvGrpSpPr>
        <p:cNvPr id="102" name="Shape 102"/>
        <p:cNvGrpSpPr/>
        <p:nvPr/>
      </p:nvGrpSpPr>
      <p:grpSpPr>
        <a:xfrm>
          <a:off x="0" y="0"/>
          <a:ext cx="0" cy="0"/>
          <a:chOff x="0" y="0"/>
          <a:chExt cx="0" cy="0"/>
        </a:xfrm>
      </p:grpSpPr>
      <p:sp>
        <p:nvSpPr>
          <p:cNvPr id="103" name="Google Shape;103;p9"/>
          <p:cNvSpPr txBox="1"/>
          <p:nvPr>
            <p:ph type="ctrTitle"/>
          </p:nvPr>
        </p:nvSpPr>
        <p:spPr>
          <a:xfrm>
            <a:off x="561872" y="1988840"/>
            <a:ext cx="5832000" cy="13680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4400"/>
              <a:buFont typeface="Calibri"/>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9"/>
          <p:cNvSpPr txBox="1"/>
          <p:nvPr>
            <p:ph idx="1" type="subTitle"/>
          </p:nvPr>
        </p:nvSpPr>
        <p:spPr>
          <a:xfrm>
            <a:off x="551384" y="3645024"/>
            <a:ext cx="5544000" cy="1655762"/>
          </a:xfrm>
          <a:prstGeom prst="rect">
            <a:avLst/>
          </a:prstGeom>
          <a:noFill/>
          <a:ln>
            <a:noFill/>
          </a:ln>
        </p:spPr>
        <p:txBody>
          <a:bodyPr anchorCtr="0" anchor="t" bIns="0" lIns="0" spcFirstLastPara="1" rIns="0" wrap="square" tIns="18000">
            <a:noAutofit/>
          </a:bodyPr>
          <a:lstStyle>
            <a:lvl1pPr lvl="0" algn="l">
              <a:lnSpc>
                <a:spcPct val="117000"/>
              </a:lnSpc>
              <a:spcBef>
                <a:spcPts val="0"/>
              </a:spcBef>
              <a:spcAft>
                <a:spcPts val="0"/>
              </a:spcAft>
              <a:buClr>
                <a:schemeClr val="lt1"/>
              </a:buClr>
              <a:buSzPts val="2000"/>
              <a:buNone/>
              <a:defRPr b="1" sz="2000">
                <a:solidFill>
                  <a:schemeClr val="lt1"/>
                </a:solidFill>
              </a:defRPr>
            </a:lvl1pPr>
            <a:lvl2pPr lvl="1" algn="ctr">
              <a:lnSpc>
                <a:spcPct val="117000"/>
              </a:lnSpc>
              <a:spcBef>
                <a:spcPts val="1400"/>
              </a:spcBef>
              <a:spcAft>
                <a:spcPts val="0"/>
              </a:spcAft>
              <a:buClr>
                <a:schemeClr val="accent5"/>
              </a:buClr>
              <a:buSzPts val="2000"/>
              <a:buNone/>
              <a:defRPr sz="2000"/>
            </a:lvl2pPr>
            <a:lvl3pPr lvl="2" algn="ctr">
              <a:lnSpc>
                <a:spcPct val="117000"/>
              </a:lnSpc>
              <a:spcBef>
                <a:spcPts val="1200"/>
              </a:spcBef>
              <a:spcAft>
                <a:spcPts val="0"/>
              </a:spcAft>
              <a:buSzPts val="1800"/>
              <a:buNone/>
              <a:defRPr sz="1800"/>
            </a:lvl3pPr>
            <a:lvl4pPr lvl="3" algn="ctr">
              <a:lnSpc>
                <a:spcPct val="117000"/>
              </a:lnSpc>
              <a:spcBef>
                <a:spcPts val="0"/>
              </a:spcBef>
              <a:spcAft>
                <a:spcPts val="0"/>
              </a:spcAft>
              <a:buSzPts val="1600"/>
              <a:buNone/>
              <a:defRPr sz="1600"/>
            </a:lvl4pPr>
            <a:lvl5pPr lvl="4" algn="ctr">
              <a:lnSpc>
                <a:spcPct val="117000"/>
              </a:lnSpc>
              <a:spcBef>
                <a:spcPts val="0"/>
              </a:spcBef>
              <a:spcAft>
                <a:spcPts val="0"/>
              </a:spcAft>
              <a:buSzPts val="1600"/>
              <a:buNone/>
              <a:defRPr sz="1600"/>
            </a:lvl5pPr>
            <a:lvl6pPr lvl="5" algn="ctr">
              <a:lnSpc>
                <a:spcPct val="117000"/>
              </a:lnSpc>
              <a:spcBef>
                <a:spcPts val="0"/>
              </a:spcBef>
              <a:spcAft>
                <a:spcPts val="0"/>
              </a:spcAft>
              <a:buSzPts val="1600"/>
              <a:buNone/>
              <a:defRPr sz="1600"/>
            </a:lvl6pPr>
            <a:lvl7pPr lvl="6" algn="ctr">
              <a:lnSpc>
                <a:spcPct val="117000"/>
              </a:lnSpc>
              <a:spcBef>
                <a:spcPts val="0"/>
              </a:spcBef>
              <a:spcAft>
                <a:spcPts val="0"/>
              </a:spcAft>
              <a:buClr>
                <a:schemeClr val="dk1"/>
              </a:buClr>
              <a:buSzPts val="1600"/>
              <a:buNone/>
              <a:defRPr sz="1600"/>
            </a:lvl7pPr>
            <a:lvl8pPr lvl="7" algn="ctr">
              <a:lnSpc>
                <a:spcPct val="117000"/>
              </a:lnSpc>
              <a:spcBef>
                <a:spcPts val="0"/>
              </a:spcBef>
              <a:spcAft>
                <a:spcPts val="0"/>
              </a:spcAft>
              <a:buClr>
                <a:schemeClr val="dk1"/>
              </a:buClr>
              <a:buSzPts val="1600"/>
              <a:buNone/>
              <a:defRPr sz="1600"/>
            </a:lvl8pPr>
            <a:lvl9pPr lvl="8" algn="ctr">
              <a:lnSpc>
                <a:spcPct val="117000"/>
              </a:lnSpc>
              <a:spcBef>
                <a:spcPts val="0"/>
              </a:spcBef>
              <a:spcAft>
                <a:spcPts val="0"/>
              </a:spcAft>
              <a:buClr>
                <a:schemeClr val="dk1"/>
              </a:buClr>
              <a:buSzPts val="1600"/>
              <a:buNone/>
              <a:defRPr sz="1600"/>
            </a:lvl9pPr>
          </a:lstStyle>
          <a:p/>
        </p:txBody>
      </p:sp>
      <p:sp>
        <p:nvSpPr>
          <p:cNvPr id="105" name="Google Shape;105;p9"/>
          <p:cNvSpPr txBox="1"/>
          <p:nvPr>
            <p:ph idx="10" type="dt"/>
          </p:nvPr>
        </p:nvSpPr>
        <p:spPr>
          <a:xfrm>
            <a:off x="551384" y="6021312"/>
            <a:ext cx="1944000" cy="216000"/>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9"/>
          <p:cNvSpPr txBox="1"/>
          <p:nvPr>
            <p:ph idx="2" type="body"/>
          </p:nvPr>
        </p:nvSpPr>
        <p:spPr>
          <a:xfrm>
            <a:off x="551384" y="5733280"/>
            <a:ext cx="2735262" cy="288000"/>
          </a:xfrm>
          <a:prstGeom prst="rect">
            <a:avLst/>
          </a:prstGeom>
          <a:noFill/>
          <a:ln>
            <a:noFill/>
          </a:ln>
        </p:spPr>
        <p:txBody>
          <a:bodyPr anchorCtr="0" anchor="t" bIns="36000" lIns="0" spcFirstLastPara="1" rIns="0" wrap="square" tIns="36000">
            <a:noAutofit/>
          </a:bodyPr>
          <a:lstStyle>
            <a:lvl1pPr indent="-228600" lvl="0" marL="457200" algn="l">
              <a:lnSpc>
                <a:spcPct val="100000"/>
              </a:lnSpc>
              <a:spcBef>
                <a:spcPts val="0"/>
              </a:spcBef>
              <a:spcAft>
                <a:spcPts val="0"/>
              </a:spcAft>
              <a:buClr>
                <a:schemeClr val="lt1"/>
              </a:buClr>
              <a:buSzPts val="1400"/>
              <a:buFont typeface="Arial"/>
              <a:buNone/>
              <a:defRPr b="0" sz="1400">
                <a:solidFill>
                  <a:schemeClr val="lt1"/>
                </a:solidFill>
              </a:defRPr>
            </a:lvl1pPr>
            <a:lvl2pPr indent="-228600" lvl="1" marL="914400" algn="l">
              <a:lnSpc>
                <a:spcPct val="100000"/>
              </a:lnSpc>
              <a:spcBef>
                <a:spcPts val="1400"/>
              </a:spcBef>
              <a:spcAft>
                <a:spcPts val="0"/>
              </a:spcAft>
              <a:buClr>
                <a:schemeClr val="lt1"/>
              </a:buClr>
              <a:buSzPts val="1400"/>
              <a:buFont typeface="Arial"/>
              <a:buNone/>
              <a:defRPr b="0" sz="1400">
                <a:solidFill>
                  <a:schemeClr val="lt1"/>
                </a:solidFill>
              </a:defRPr>
            </a:lvl2pPr>
            <a:lvl3pPr indent="-228600" lvl="2" marL="1371600" algn="l">
              <a:lnSpc>
                <a:spcPct val="100000"/>
              </a:lnSpc>
              <a:spcBef>
                <a:spcPts val="1200"/>
              </a:spcBef>
              <a:spcAft>
                <a:spcPts val="0"/>
              </a:spcAft>
              <a:buSzPts val="1400"/>
              <a:buFont typeface="Arial"/>
              <a:buNone/>
              <a:defRPr b="0" sz="1400">
                <a:solidFill>
                  <a:schemeClr val="lt1"/>
                </a:solidFill>
              </a:defRPr>
            </a:lvl3pPr>
            <a:lvl4pPr indent="-228600" lvl="3" marL="1828800" algn="l">
              <a:lnSpc>
                <a:spcPct val="100000"/>
              </a:lnSpc>
              <a:spcBef>
                <a:spcPts val="0"/>
              </a:spcBef>
              <a:spcAft>
                <a:spcPts val="0"/>
              </a:spcAft>
              <a:buSzPts val="1400"/>
              <a:buFont typeface="Arial"/>
              <a:buNone/>
              <a:defRPr b="0" sz="1400">
                <a:solidFill>
                  <a:schemeClr val="lt1"/>
                </a:solidFill>
              </a:defRPr>
            </a:lvl4pPr>
            <a:lvl5pPr indent="-228600" lvl="4" marL="2286000" algn="l">
              <a:lnSpc>
                <a:spcPct val="100000"/>
              </a:lnSpc>
              <a:spcBef>
                <a:spcPts val="0"/>
              </a:spcBef>
              <a:spcAft>
                <a:spcPts val="0"/>
              </a:spcAft>
              <a:buSzPts val="1400"/>
              <a:buFont typeface="Arial"/>
              <a:buNone/>
              <a:defRPr b="0" sz="1400">
                <a:solidFill>
                  <a:schemeClr val="lt1"/>
                </a:solidFill>
              </a:defRPr>
            </a:lvl5pPr>
            <a:lvl6pPr indent="-228600" lvl="5" marL="2743200" algn="l">
              <a:lnSpc>
                <a:spcPct val="100000"/>
              </a:lnSpc>
              <a:spcBef>
                <a:spcPts val="0"/>
              </a:spcBef>
              <a:spcAft>
                <a:spcPts val="0"/>
              </a:spcAft>
              <a:buSzPts val="1400"/>
              <a:buFont typeface="Arial"/>
              <a:buNone/>
              <a:defRPr b="0" sz="1400">
                <a:solidFill>
                  <a:schemeClr val="lt1"/>
                </a:solidFill>
              </a:defRPr>
            </a:lvl6pPr>
            <a:lvl7pPr indent="-228600" lvl="6" marL="3200400" algn="l">
              <a:lnSpc>
                <a:spcPct val="100000"/>
              </a:lnSpc>
              <a:spcBef>
                <a:spcPts val="0"/>
              </a:spcBef>
              <a:spcAft>
                <a:spcPts val="0"/>
              </a:spcAft>
              <a:buClr>
                <a:schemeClr val="lt1"/>
              </a:buClr>
              <a:buSzPts val="1400"/>
              <a:buFont typeface="Arial"/>
              <a:buNone/>
              <a:defRPr b="0" sz="1400">
                <a:solidFill>
                  <a:schemeClr val="lt1"/>
                </a:solidFill>
              </a:defRPr>
            </a:lvl7pPr>
            <a:lvl8pPr indent="-228600" lvl="7" marL="3657600" algn="l">
              <a:lnSpc>
                <a:spcPct val="100000"/>
              </a:lnSpc>
              <a:spcBef>
                <a:spcPts val="0"/>
              </a:spcBef>
              <a:spcAft>
                <a:spcPts val="0"/>
              </a:spcAft>
              <a:buClr>
                <a:schemeClr val="lt1"/>
              </a:buClr>
              <a:buSzPts val="1400"/>
              <a:buFont typeface="Arial"/>
              <a:buNone/>
              <a:defRPr b="0" sz="1400">
                <a:solidFill>
                  <a:schemeClr val="lt1"/>
                </a:solidFill>
              </a:defRPr>
            </a:lvl8pPr>
            <a:lvl9pPr indent="-228600" lvl="8" marL="4114800" algn="l">
              <a:lnSpc>
                <a:spcPct val="100000"/>
              </a:lnSpc>
              <a:spcBef>
                <a:spcPts val="0"/>
              </a:spcBef>
              <a:spcAft>
                <a:spcPts val="0"/>
              </a:spcAft>
              <a:buClr>
                <a:schemeClr val="lt1"/>
              </a:buClr>
              <a:buSzPts val="1400"/>
              <a:buFont typeface="Arial"/>
              <a:buNone/>
              <a:defRPr b="0" sz="1400">
                <a:solidFill>
                  <a:schemeClr val="lt1"/>
                </a:solidFill>
              </a:defRPr>
            </a:lvl9pPr>
          </a:lstStyle>
          <a:p/>
        </p:txBody>
      </p:sp>
      <p:sp>
        <p:nvSpPr>
          <p:cNvPr id="107" name="Google Shape;107;p9"/>
          <p:cNvSpPr txBox="1"/>
          <p:nvPr/>
        </p:nvSpPr>
        <p:spPr>
          <a:xfrm>
            <a:off x="8904528" y="6093328"/>
            <a:ext cx="2808096" cy="288000"/>
          </a:xfrm>
          <a:prstGeom prst="rect">
            <a:avLst/>
          </a:prstGeom>
          <a:noFill/>
          <a:ln>
            <a:noFill/>
          </a:ln>
        </p:spPr>
        <p:txBody>
          <a:bodyPr anchorCtr="0" anchor="t" bIns="0" lIns="0" spcFirstLastPara="1" rIns="54000" wrap="square" tIns="7200">
            <a:spAutoFit/>
          </a:bodyPr>
          <a:lstStyle/>
          <a:p>
            <a:pPr indent="0" lvl="0" marL="0" marR="0" rtl="0" algn="r">
              <a:spcBef>
                <a:spcPts val="0"/>
              </a:spcBef>
              <a:spcAft>
                <a:spcPts val="0"/>
              </a:spcAft>
              <a:buNone/>
            </a:pPr>
            <a:r>
              <a:rPr b="1" lang="en-US" sz="1800">
                <a:solidFill>
                  <a:schemeClr val="accent6"/>
                </a:solidFill>
                <a:latin typeface="Calibri"/>
                <a:ea typeface="Calibri"/>
                <a:cs typeface="Calibri"/>
                <a:sym typeface="Calibri"/>
              </a:rPr>
              <a:t>www.uni-siegen.de</a:t>
            </a:r>
            <a:endParaRPr/>
          </a:p>
        </p:txBody>
      </p:sp>
      <p:pic>
        <p:nvPicPr>
          <p:cNvPr id="108" name="Google Shape;108;p9"/>
          <p:cNvPicPr preferRelativeResize="0"/>
          <p:nvPr/>
        </p:nvPicPr>
        <p:blipFill rotWithShape="1">
          <a:blip r:embed="rId2">
            <a:alphaModFix/>
          </a:blip>
          <a:srcRect b="0" l="0" r="0" t="0"/>
          <a:stretch/>
        </p:blipFill>
        <p:spPr>
          <a:xfrm>
            <a:off x="407368" y="410981"/>
            <a:ext cx="2070000" cy="826248"/>
          </a:xfrm>
          <a:prstGeom prst="rect">
            <a:avLst/>
          </a:prstGeom>
          <a:noFill/>
          <a:ln>
            <a:noFill/>
          </a:ln>
        </p:spPr>
      </p:pic>
      <p:grpSp>
        <p:nvGrpSpPr>
          <p:cNvPr id="109" name="Google Shape;109;p9"/>
          <p:cNvGrpSpPr/>
          <p:nvPr/>
        </p:nvGrpSpPr>
        <p:grpSpPr>
          <a:xfrm>
            <a:off x="-16854" y="-1"/>
            <a:ext cx="12219544" cy="6872849"/>
            <a:chOff x="-16854" y="-1"/>
            <a:chExt cx="12219544" cy="6872849"/>
          </a:xfrm>
        </p:grpSpPr>
        <p:sp>
          <p:nvSpPr>
            <p:cNvPr id="110" name="Google Shape;110;p9"/>
            <p:cNvSpPr/>
            <p:nvPr/>
          </p:nvSpPr>
          <p:spPr>
            <a:xfrm>
              <a:off x="-16854" y="1803867"/>
              <a:ext cx="7783756" cy="5068981"/>
            </a:xfrm>
            <a:custGeom>
              <a:rect b="b" l="l" r="r" t="t"/>
              <a:pathLst>
                <a:path extrusionOk="0" h="5068981" w="7783756">
                  <a:moveTo>
                    <a:pt x="0" y="0"/>
                  </a:moveTo>
                  <a:lnTo>
                    <a:pt x="0" y="5068982"/>
                  </a:lnTo>
                  <a:lnTo>
                    <a:pt x="5938779" y="5068982"/>
                  </a:lnTo>
                  <a:lnTo>
                    <a:pt x="7783757" y="0"/>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9"/>
            <p:cNvSpPr/>
            <p:nvPr/>
          </p:nvSpPr>
          <p:spPr>
            <a:xfrm>
              <a:off x="6552063" y="-1"/>
              <a:ext cx="5650627" cy="5353950"/>
            </a:xfrm>
            <a:custGeom>
              <a:rect b="b" l="l" r="r" t="t"/>
              <a:pathLst>
                <a:path extrusionOk="0" h="5353950" w="5650627">
                  <a:moveTo>
                    <a:pt x="5650628" y="0"/>
                  </a:moveTo>
                  <a:lnTo>
                    <a:pt x="1948707" y="0"/>
                  </a:lnTo>
                  <a:lnTo>
                    <a:pt x="0" y="5353950"/>
                  </a:lnTo>
                  <a:lnTo>
                    <a:pt x="5649610" y="5353950"/>
                  </a:lnTo>
                  <a:lnTo>
                    <a:pt x="5650628" y="5351150"/>
                  </a:lnTo>
                  <a:lnTo>
                    <a:pt x="5650628"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2" name="Google Shape;112;p9"/>
          <p:cNvSpPr/>
          <p:nvPr/>
        </p:nvSpPr>
        <p:spPr>
          <a:xfrm>
            <a:off x="2545556" y="410982"/>
            <a:ext cx="339180" cy="826248"/>
          </a:xfrm>
          <a:prstGeom prst="parallelogram">
            <a:avLst>
              <a:gd fmla="val 88798"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3" name="Google Shape;113;p9"/>
          <p:cNvPicPr preferRelativeResize="0"/>
          <p:nvPr/>
        </p:nvPicPr>
        <p:blipFill rotWithShape="1">
          <a:blip r:embed="rId3">
            <a:alphaModFix/>
          </a:blip>
          <a:srcRect b="0" l="0" r="0" t="0"/>
          <a:stretch/>
        </p:blipFill>
        <p:spPr>
          <a:xfrm>
            <a:off x="2952924" y="410400"/>
            <a:ext cx="2753170" cy="827999"/>
          </a:xfrm>
          <a:prstGeom prst="rect">
            <a:avLst/>
          </a:prstGeom>
          <a:noFill/>
          <a:ln>
            <a:noFill/>
          </a:ln>
        </p:spPr>
      </p:pic>
      <p:pic>
        <p:nvPicPr>
          <p:cNvPr id="114" name="Google Shape;114;p9"/>
          <p:cNvPicPr preferRelativeResize="0"/>
          <p:nvPr/>
        </p:nvPicPr>
        <p:blipFill rotWithShape="1">
          <a:blip r:embed="rId4">
            <a:alphaModFix/>
          </a:blip>
          <a:srcRect b="0" l="0" r="0" t="0"/>
          <a:stretch/>
        </p:blipFill>
        <p:spPr>
          <a:xfrm>
            <a:off x="5774282" y="588093"/>
            <a:ext cx="2123395" cy="64913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p:cSld name="Titel und Inhalt">
    <p:spTree>
      <p:nvGrpSpPr>
        <p:cNvPr id="115" name="Shape 115"/>
        <p:cNvGrpSpPr/>
        <p:nvPr/>
      </p:nvGrpSpPr>
      <p:grpSpPr>
        <a:xfrm>
          <a:off x="0" y="0"/>
          <a:ext cx="0" cy="0"/>
          <a:chOff x="0" y="0"/>
          <a:chExt cx="0" cy="0"/>
        </a:xfrm>
      </p:grpSpPr>
      <p:sp>
        <p:nvSpPr>
          <p:cNvPr id="116" name="Google Shape;116;p10"/>
          <p:cNvSpPr txBox="1"/>
          <p:nvPr>
            <p:ph type="title"/>
          </p:nvPr>
        </p:nvSpPr>
        <p:spPr>
          <a:xfrm>
            <a:off x="551384" y="620792"/>
            <a:ext cx="11088000" cy="864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p10"/>
          <p:cNvSpPr txBox="1"/>
          <p:nvPr>
            <p:ph idx="1" type="body"/>
          </p:nvPr>
        </p:nvSpPr>
        <p:spPr>
          <a:xfrm>
            <a:off x="551384" y="1701296"/>
            <a:ext cx="11088000" cy="4464000"/>
          </a:xfrm>
          <a:prstGeom prst="rect">
            <a:avLst/>
          </a:prstGeom>
          <a:noFill/>
          <a:ln>
            <a:noFill/>
          </a:ln>
        </p:spPr>
        <p:txBody>
          <a:bodyPr anchorCtr="0" anchor="t" bIns="0" lIns="0" spcFirstLastPara="1" rIns="0" wrap="square" tIns="18000">
            <a:noAutofit/>
          </a:bodyPr>
          <a:lstStyle>
            <a:lvl1pPr indent="-228600" lvl="0" marL="457200" algn="l">
              <a:lnSpc>
                <a:spcPct val="117000"/>
              </a:lnSpc>
              <a:spcBef>
                <a:spcPts val="0"/>
              </a:spcBef>
              <a:spcAft>
                <a:spcPts val="0"/>
              </a:spcAft>
              <a:buClr>
                <a:schemeClr val="dk1"/>
              </a:buClr>
              <a:buSzPts val="1800"/>
              <a:buNone/>
              <a:defRPr/>
            </a:lvl1pPr>
            <a:lvl2pPr indent="-228600" lvl="1" marL="914400" algn="l">
              <a:lnSpc>
                <a:spcPct val="117000"/>
              </a:lnSpc>
              <a:spcBef>
                <a:spcPts val="1400"/>
              </a:spcBef>
              <a:spcAft>
                <a:spcPts val="0"/>
              </a:spcAft>
              <a:buClr>
                <a:schemeClr val="accent5"/>
              </a:buClr>
              <a:buSzPts val="1800"/>
              <a:buNone/>
              <a:defRPr/>
            </a:lvl2pPr>
            <a:lvl3pPr indent="-342900" lvl="2" marL="1371600" algn="l">
              <a:lnSpc>
                <a:spcPct val="117000"/>
              </a:lnSpc>
              <a:spcBef>
                <a:spcPts val="1200"/>
              </a:spcBef>
              <a:spcAft>
                <a:spcPts val="0"/>
              </a:spcAft>
              <a:buSzPts val="1800"/>
              <a:buAutoNum type="arabicPeriod"/>
              <a:defRPr/>
            </a:lvl3pPr>
            <a:lvl4pPr indent="-342900" lvl="3" marL="1828800" algn="l">
              <a:lnSpc>
                <a:spcPct val="117000"/>
              </a:lnSpc>
              <a:spcBef>
                <a:spcPts val="0"/>
              </a:spcBef>
              <a:spcAft>
                <a:spcPts val="0"/>
              </a:spcAft>
              <a:buSzPts val="1800"/>
              <a:buChar char="•"/>
              <a:defRPr/>
            </a:lvl4pPr>
            <a:lvl5pPr indent="-342900" lvl="4" marL="2286000" algn="l">
              <a:lnSpc>
                <a:spcPct val="117000"/>
              </a:lnSpc>
              <a:spcBef>
                <a:spcPts val="0"/>
              </a:spcBef>
              <a:spcAft>
                <a:spcPts val="0"/>
              </a:spcAft>
              <a:buSzPts val="1800"/>
              <a:buChar char="•"/>
              <a:defRPr/>
            </a:lvl5pPr>
            <a:lvl6pPr indent="-342900" lvl="5" marL="2743200" algn="l">
              <a:lnSpc>
                <a:spcPct val="117000"/>
              </a:lnSpc>
              <a:spcBef>
                <a:spcPts val="0"/>
              </a:spcBef>
              <a:spcAft>
                <a:spcPts val="0"/>
              </a:spcAft>
              <a:buSzPts val="1800"/>
              <a:buChar char="•"/>
              <a:defRPr/>
            </a:lvl6pPr>
            <a:lvl7pPr indent="-228600" lvl="6" marL="3200400" algn="l">
              <a:lnSpc>
                <a:spcPct val="117000"/>
              </a:lnSpc>
              <a:spcBef>
                <a:spcPts val="0"/>
              </a:spcBef>
              <a:spcAft>
                <a:spcPts val="0"/>
              </a:spcAft>
              <a:buClr>
                <a:schemeClr val="dk1"/>
              </a:buClr>
              <a:buSzPts val="1800"/>
              <a:buNone/>
              <a:defRPr/>
            </a:lvl7pPr>
            <a:lvl8pPr indent="-228600" lvl="7" marL="3657600" algn="l">
              <a:lnSpc>
                <a:spcPct val="117000"/>
              </a:lnSpc>
              <a:spcBef>
                <a:spcPts val="0"/>
              </a:spcBef>
              <a:spcAft>
                <a:spcPts val="0"/>
              </a:spcAft>
              <a:buClr>
                <a:schemeClr val="dk1"/>
              </a:buClr>
              <a:buSzPts val="1800"/>
              <a:buNone/>
              <a:defRPr/>
            </a:lvl8pPr>
            <a:lvl9pPr indent="-228600" lvl="8" marL="4114800" algn="l">
              <a:lnSpc>
                <a:spcPct val="117000"/>
              </a:lnSpc>
              <a:spcBef>
                <a:spcPts val="0"/>
              </a:spcBef>
              <a:spcAft>
                <a:spcPts val="0"/>
              </a:spcAft>
              <a:buClr>
                <a:schemeClr val="dk1"/>
              </a:buClr>
              <a:buSzPts val="1800"/>
              <a:buNone/>
              <a:defRPr/>
            </a:lvl9pPr>
          </a:lstStyle>
          <a:p/>
        </p:txBody>
      </p:sp>
      <p:sp>
        <p:nvSpPr>
          <p:cNvPr id="118" name="Google Shape;118;p10"/>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0"/>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0"/>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10"/>
          <p:cNvSpPr txBox="1"/>
          <p:nvPr>
            <p:ph idx="2" type="body"/>
          </p:nvPr>
        </p:nvSpPr>
        <p:spPr>
          <a:xfrm>
            <a:off x="552616" y="260648"/>
            <a:ext cx="11088000" cy="288000"/>
          </a:xfrm>
          <a:prstGeom prst="rect">
            <a:avLst/>
          </a:prstGeom>
          <a:noFill/>
          <a:ln>
            <a:noFill/>
          </a:ln>
        </p:spPr>
        <p:txBody>
          <a:bodyPr anchorCtr="0" anchor="b" bIns="7200" lIns="0" spcFirstLastPara="1" rIns="0" wrap="square" tIns="0">
            <a:noAutofit/>
          </a:bodyPr>
          <a:lstStyle>
            <a:lvl1pPr indent="-228600" lvl="0" marL="457200" algn="l">
              <a:lnSpc>
                <a:spcPct val="117000"/>
              </a:lnSpc>
              <a:spcBef>
                <a:spcPts val="0"/>
              </a:spcBef>
              <a:spcAft>
                <a:spcPts val="0"/>
              </a:spcAft>
              <a:buClr>
                <a:schemeClr val="dk1"/>
              </a:buClr>
              <a:buSzPts val="1400"/>
              <a:buFont typeface="Calibri"/>
              <a:buNone/>
              <a:defRPr b="0" sz="1400" u="sng">
                <a:solidFill>
                  <a:schemeClr val="dk1"/>
                </a:solidFill>
              </a:defRPr>
            </a:lvl1pPr>
            <a:lvl2pPr indent="-228600" lvl="1" marL="914400" algn="l">
              <a:lnSpc>
                <a:spcPct val="117000"/>
              </a:lnSpc>
              <a:spcBef>
                <a:spcPts val="0"/>
              </a:spcBef>
              <a:spcAft>
                <a:spcPts val="0"/>
              </a:spcAft>
              <a:buClr>
                <a:schemeClr val="dk1"/>
              </a:buClr>
              <a:buSzPts val="1400"/>
              <a:buFont typeface="Calibri"/>
              <a:buNone/>
              <a:defRPr b="0" sz="1400" u="none">
                <a:solidFill>
                  <a:schemeClr val="dk1"/>
                </a:solidFill>
              </a:defRPr>
            </a:lvl2pPr>
            <a:lvl3pPr indent="-228600" lvl="2" marL="1371600" algn="l">
              <a:lnSpc>
                <a:spcPct val="117000"/>
              </a:lnSpc>
              <a:spcBef>
                <a:spcPts val="0"/>
              </a:spcBef>
              <a:spcAft>
                <a:spcPts val="0"/>
              </a:spcAft>
              <a:buSzPts val="1400"/>
              <a:buFont typeface="Calibri"/>
              <a:buNone/>
              <a:defRPr b="0" sz="1400" u="none">
                <a:solidFill>
                  <a:schemeClr val="dk1"/>
                </a:solidFill>
              </a:defRPr>
            </a:lvl3pPr>
            <a:lvl4pPr indent="-228600" lvl="3" marL="1828800" algn="l">
              <a:lnSpc>
                <a:spcPct val="117000"/>
              </a:lnSpc>
              <a:spcBef>
                <a:spcPts val="0"/>
              </a:spcBef>
              <a:spcAft>
                <a:spcPts val="0"/>
              </a:spcAft>
              <a:buSzPts val="1400"/>
              <a:buFont typeface="Calibri"/>
              <a:buNone/>
              <a:defRPr b="0" sz="1400" u="none">
                <a:solidFill>
                  <a:schemeClr val="dk1"/>
                </a:solidFill>
              </a:defRPr>
            </a:lvl4pPr>
            <a:lvl5pPr indent="-228600" lvl="4" marL="2286000" algn="l">
              <a:lnSpc>
                <a:spcPct val="117000"/>
              </a:lnSpc>
              <a:spcBef>
                <a:spcPts val="0"/>
              </a:spcBef>
              <a:spcAft>
                <a:spcPts val="0"/>
              </a:spcAft>
              <a:buSzPts val="1400"/>
              <a:buFont typeface="Calibri"/>
              <a:buNone/>
              <a:defRPr b="0" sz="1400" u="none">
                <a:solidFill>
                  <a:schemeClr val="dk1"/>
                </a:solidFill>
              </a:defRPr>
            </a:lvl5pPr>
            <a:lvl6pPr indent="-228600" lvl="5" marL="2743200" algn="l">
              <a:lnSpc>
                <a:spcPct val="117000"/>
              </a:lnSpc>
              <a:spcBef>
                <a:spcPts val="0"/>
              </a:spcBef>
              <a:spcAft>
                <a:spcPts val="0"/>
              </a:spcAft>
              <a:buSzPts val="1400"/>
              <a:buFont typeface="Calibri"/>
              <a:buNone/>
              <a:defRPr b="0" sz="1400" u="none">
                <a:solidFill>
                  <a:schemeClr val="dk1"/>
                </a:solidFill>
              </a:defRPr>
            </a:lvl6pPr>
            <a:lvl7pPr indent="-228600" lvl="6" marL="3200400" algn="l">
              <a:lnSpc>
                <a:spcPct val="117000"/>
              </a:lnSpc>
              <a:spcBef>
                <a:spcPts val="0"/>
              </a:spcBef>
              <a:spcAft>
                <a:spcPts val="0"/>
              </a:spcAft>
              <a:buClr>
                <a:schemeClr val="dk1"/>
              </a:buClr>
              <a:buSzPts val="1400"/>
              <a:buFont typeface="Calibri"/>
              <a:buNone/>
              <a:defRPr b="0" sz="1400" u="none">
                <a:solidFill>
                  <a:schemeClr val="dk1"/>
                </a:solidFill>
              </a:defRPr>
            </a:lvl7pPr>
            <a:lvl8pPr indent="-228600" lvl="7" marL="3657600" algn="l">
              <a:lnSpc>
                <a:spcPct val="117000"/>
              </a:lnSpc>
              <a:spcBef>
                <a:spcPts val="0"/>
              </a:spcBef>
              <a:spcAft>
                <a:spcPts val="0"/>
              </a:spcAft>
              <a:buClr>
                <a:schemeClr val="dk1"/>
              </a:buClr>
              <a:buSzPts val="1400"/>
              <a:buFont typeface="Calibri"/>
              <a:buNone/>
              <a:defRPr b="0" sz="1400" u="none">
                <a:solidFill>
                  <a:schemeClr val="dk1"/>
                </a:solidFill>
              </a:defRPr>
            </a:lvl8pPr>
            <a:lvl9pPr indent="-228600" lvl="8" marL="4114800" algn="l">
              <a:lnSpc>
                <a:spcPct val="117000"/>
              </a:lnSpc>
              <a:spcBef>
                <a:spcPts val="0"/>
              </a:spcBef>
              <a:spcAft>
                <a:spcPts val="0"/>
              </a:spcAft>
              <a:buClr>
                <a:schemeClr val="dk1"/>
              </a:buClr>
              <a:buSzPts val="1400"/>
              <a:buFont typeface="Calibri"/>
              <a:buNone/>
              <a:defRPr b="0" sz="1400" u="none">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122" name="Shape 122"/>
        <p:cNvGrpSpPr/>
        <p:nvPr/>
      </p:nvGrpSpPr>
      <p:grpSpPr>
        <a:xfrm>
          <a:off x="0" y="0"/>
          <a:ext cx="0" cy="0"/>
          <a:chOff x="0" y="0"/>
          <a:chExt cx="0" cy="0"/>
        </a:xfrm>
      </p:grpSpPr>
      <p:sp>
        <p:nvSpPr>
          <p:cNvPr id="123" name="Google Shape;123;p11"/>
          <p:cNvSpPr txBox="1"/>
          <p:nvPr>
            <p:ph idx="1" type="body"/>
          </p:nvPr>
        </p:nvSpPr>
        <p:spPr>
          <a:xfrm>
            <a:off x="551384" y="658800"/>
            <a:ext cx="4104000" cy="5760000"/>
          </a:xfrm>
          <a:prstGeom prst="rect">
            <a:avLst/>
          </a:prstGeom>
          <a:noFill/>
          <a:ln>
            <a:noFill/>
          </a:ln>
        </p:spPr>
        <p:txBody>
          <a:bodyPr anchorCtr="0" anchor="t" bIns="0" lIns="0" spcFirstLastPara="1" rIns="0" wrap="square" tIns="18000">
            <a:noAutofit/>
          </a:bodyPr>
          <a:lstStyle>
            <a:lvl1pPr indent="-228600" lvl="0" marL="457200" algn="l">
              <a:lnSpc>
                <a:spcPct val="88000"/>
              </a:lnSpc>
              <a:spcBef>
                <a:spcPts val="0"/>
              </a:spcBef>
              <a:spcAft>
                <a:spcPts val="0"/>
              </a:spcAft>
              <a:buClr>
                <a:schemeClr val="lt1"/>
              </a:buClr>
              <a:buSzPts val="48000"/>
              <a:buNone/>
              <a:defRPr b="1" sz="48000">
                <a:solidFill>
                  <a:schemeClr val="lt1"/>
                </a:solidFill>
              </a:defRPr>
            </a:lvl1pPr>
            <a:lvl2pPr indent="-228600" lvl="1" marL="914400" algn="l">
              <a:lnSpc>
                <a:spcPct val="117000"/>
              </a:lnSpc>
              <a:spcBef>
                <a:spcPts val="1400"/>
              </a:spcBef>
              <a:spcAft>
                <a:spcPts val="0"/>
              </a:spcAft>
              <a:buClr>
                <a:srgbClr val="888E9B"/>
              </a:buClr>
              <a:buSzPts val="2000"/>
              <a:buNone/>
              <a:defRPr sz="2000">
                <a:solidFill>
                  <a:srgbClr val="888E9B"/>
                </a:solidFill>
              </a:defRPr>
            </a:lvl2pPr>
            <a:lvl3pPr indent="-228600" lvl="2" marL="1371600" algn="l">
              <a:lnSpc>
                <a:spcPct val="117000"/>
              </a:lnSpc>
              <a:spcBef>
                <a:spcPts val="1200"/>
              </a:spcBef>
              <a:spcAft>
                <a:spcPts val="0"/>
              </a:spcAft>
              <a:buSzPts val="1800"/>
              <a:buNone/>
              <a:defRPr sz="1800">
                <a:solidFill>
                  <a:srgbClr val="888E9B"/>
                </a:solidFill>
              </a:defRPr>
            </a:lvl3pPr>
            <a:lvl4pPr indent="-228600" lvl="3" marL="1828800" algn="l">
              <a:lnSpc>
                <a:spcPct val="117000"/>
              </a:lnSpc>
              <a:spcBef>
                <a:spcPts val="0"/>
              </a:spcBef>
              <a:spcAft>
                <a:spcPts val="0"/>
              </a:spcAft>
              <a:buSzPts val="1600"/>
              <a:buNone/>
              <a:defRPr sz="1600">
                <a:solidFill>
                  <a:srgbClr val="888E9B"/>
                </a:solidFill>
              </a:defRPr>
            </a:lvl4pPr>
            <a:lvl5pPr indent="-228600" lvl="4" marL="2286000" algn="l">
              <a:lnSpc>
                <a:spcPct val="117000"/>
              </a:lnSpc>
              <a:spcBef>
                <a:spcPts val="0"/>
              </a:spcBef>
              <a:spcAft>
                <a:spcPts val="0"/>
              </a:spcAft>
              <a:buSzPts val="1600"/>
              <a:buNone/>
              <a:defRPr sz="1600">
                <a:solidFill>
                  <a:srgbClr val="888E9B"/>
                </a:solidFill>
              </a:defRPr>
            </a:lvl5pPr>
            <a:lvl6pPr indent="-228600" lvl="5" marL="2743200" algn="l">
              <a:lnSpc>
                <a:spcPct val="117000"/>
              </a:lnSpc>
              <a:spcBef>
                <a:spcPts val="0"/>
              </a:spcBef>
              <a:spcAft>
                <a:spcPts val="0"/>
              </a:spcAft>
              <a:buSzPts val="1600"/>
              <a:buNone/>
              <a:defRPr sz="1600">
                <a:solidFill>
                  <a:srgbClr val="888E9B"/>
                </a:solidFill>
              </a:defRPr>
            </a:lvl6pPr>
            <a:lvl7pPr indent="-228600" lvl="6" marL="3200400" algn="l">
              <a:lnSpc>
                <a:spcPct val="117000"/>
              </a:lnSpc>
              <a:spcBef>
                <a:spcPts val="0"/>
              </a:spcBef>
              <a:spcAft>
                <a:spcPts val="0"/>
              </a:spcAft>
              <a:buClr>
                <a:srgbClr val="888E9B"/>
              </a:buClr>
              <a:buSzPts val="1600"/>
              <a:buNone/>
              <a:defRPr sz="1600">
                <a:solidFill>
                  <a:srgbClr val="888E9B"/>
                </a:solidFill>
              </a:defRPr>
            </a:lvl7pPr>
            <a:lvl8pPr indent="-228600" lvl="7" marL="3657600" algn="l">
              <a:lnSpc>
                <a:spcPct val="117000"/>
              </a:lnSpc>
              <a:spcBef>
                <a:spcPts val="0"/>
              </a:spcBef>
              <a:spcAft>
                <a:spcPts val="0"/>
              </a:spcAft>
              <a:buClr>
                <a:srgbClr val="888E9B"/>
              </a:buClr>
              <a:buSzPts val="1600"/>
              <a:buNone/>
              <a:defRPr sz="1600">
                <a:solidFill>
                  <a:srgbClr val="888E9B"/>
                </a:solidFill>
              </a:defRPr>
            </a:lvl8pPr>
            <a:lvl9pPr indent="-228600" lvl="8" marL="4114800" algn="l">
              <a:lnSpc>
                <a:spcPct val="117000"/>
              </a:lnSpc>
              <a:spcBef>
                <a:spcPts val="0"/>
              </a:spcBef>
              <a:spcAft>
                <a:spcPts val="0"/>
              </a:spcAft>
              <a:buClr>
                <a:srgbClr val="888E9B"/>
              </a:buClr>
              <a:buSzPts val="1600"/>
              <a:buNone/>
              <a:defRPr sz="1600">
                <a:solidFill>
                  <a:srgbClr val="888E9B"/>
                </a:solidFill>
              </a:defRPr>
            </a:lvl9pPr>
          </a:lstStyle>
          <a:p/>
        </p:txBody>
      </p:sp>
      <p:sp>
        <p:nvSpPr>
          <p:cNvPr id="124" name="Google Shape;124;p11"/>
          <p:cNvSpPr txBox="1"/>
          <p:nvPr>
            <p:ph type="title"/>
          </p:nvPr>
        </p:nvSpPr>
        <p:spPr>
          <a:xfrm>
            <a:off x="2365872" y="0"/>
            <a:ext cx="9826128" cy="6858000"/>
          </a:xfrm>
          <a:prstGeom prst="rect">
            <a:avLst/>
          </a:prstGeom>
          <a:solidFill>
            <a:srgbClr val="5F5B93"/>
          </a:solidFill>
          <a:ln>
            <a:noFill/>
          </a:ln>
        </p:spPr>
        <p:txBody>
          <a:bodyPr anchorCtr="0" anchor="b" bIns="1152000" lIns="1620000" spcFirstLastPara="1" rIns="0" wrap="square" tIns="0">
            <a:noAutofit/>
          </a:bodyPr>
          <a:lstStyle>
            <a:lvl1pPr lvl="0" algn="l">
              <a:lnSpc>
                <a:spcPct val="90000"/>
              </a:lnSpc>
              <a:spcBef>
                <a:spcPts val="0"/>
              </a:spcBef>
              <a:spcAft>
                <a:spcPts val="0"/>
              </a:spcAft>
              <a:buClr>
                <a:schemeClr val="lt1"/>
              </a:buClr>
              <a:buSzPts val="6000"/>
              <a:buFont typeface="Calibri"/>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pitel Layout 2">
  <p:cSld name="Kapitel Layout 2">
    <p:spTree>
      <p:nvGrpSpPr>
        <p:cNvPr id="125" name="Shape 125"/>
        <p:cNvGrpSpPr/>
        <p:nvPr/>
      </p:nvGrpSpPr>
      <p:grpSpPr>
        <a:xfrm>
          <a:off x="0" y="0"/>
          <a:ext cx="0" cy="0"/>
          <a:chOff x="0" y="0"/>
          <a:chExt cx="0" cy="0"/>
        </a:xfrm>
      </p:grpSpPr>
      <p:sp>
        <p:nvSpPr>
          <p:cNvPr id="126" name="Google Shape;126;p12"/>
          <p:cNvSpPr txBox="1"/>
          <p:nvPr>
            <p:ph type="title"/>
          </p:nvPr>
        </p:nvSpPr>
        <p:spPr>
          <a:xfrm>
            <a:off x="551384" y="1556792"/>
            <a:ext cx="5040000" cy="1728000"/>
          </a:xfrm>
          <a:prstGeom prst="rect">
            <a:avLst/>
          </a:prstGeom>
          <a:noFill/>
          <a:ln>
            <a:noFill/>
          </a:ln>
        </p:spPr>
        <p:txBody>
          <a:bodyPr anchorCtr="0" anchor="t" bIns="0" lIns="0" spcFirstLastPara="1" rIns="0" wrap="square" tIns="36000">
            <a:noAutofit/>
          </a:bodyPr>
          <a:lstStyle>
            <a:lvl1pPr lvl="0" algn="l">
              <a:lnSpc>
                <a:spcPct val="100000"/>
              </a:lnSpc>
              <a:spcBef>
                <a:spcPts val="0"/>
              </a:spcBef>
              <a:spcAft>
                <a:spcPts val="0"/>
              </a:spcAft>
              <a:buClr>
                <a:schemeClr val="lt1"/>
              </a:buClr>
              <a:buSzPts val="5000"/>
              <a:buFont typeface="Calibri"/>
              <a:buNone/>
              <a:defRPr sz="5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12"/>
          <p:cNvSpPr/>
          <p:nvPr/>
        </p:nvSpPr>
        <p:spPr>
          <a:xfrm>
            <a:off x="5917438" y="0"/>
            <a:ext cx="6276847" cy="6858000"/>
          </a:xfrm>
          <a:custGeom>
            <a:rect b="b" l="l" r="r" t="t"/>
            <a:pathLst>
              <a:path extrusionOk="0" h="6858000" w="6276847">
                <a:moveTo>
                  <a:pt x="6276848" y="0"/>
                </a:moveTo>
                <a:lnTo>
                  <a:pt x="2496058" y="0"/>
                </a:lnTo>
                <a:lnTo>
                  <a:pt x="0" y="6858000"/>
                </a:lnTo>
                <a:lnTo>
                  <a:pt x="6276086" y="6858000"/>
                </a:lnTo>
                <a:lnTo>
                  <a:pt x="6276848" y="6855841"/>
                </a:lnTo>
                <a:lnTo>
                  <a:pt x="6276848"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pitel Layout 3">
  <p:cSld name="Kapitel Layout 3">
    <p:spTree>
      <p:nvGrpSpPr>
        <p:cNvPr id="128" name="Shape 128"/>
        <p:cNvGrpSpPr/>
        <p:nvPr/>
      </p:nvGrpSpPr>
      <p:grpSpPr>
        <a:xfrm>
          <a:off x="0" y="0"/>
          <a:ext cx="0" cy="0"/>
          <a:chOff x="0" y="0"/>
          <a:chExt cx="0" cy="0"/>
        </a:xfrm>
      </p:grpSpPr>
      <p:sp>
        <p:nvSpPr>
          <p:cNvPr id="129" name="Google Shape;129;p13"/>
          <p:cNvSpPr txBox="1"/>
          <p:nvPr>
            <p:ph type="title"/>
          </p:nvPr>
        </p:nvSpPr>
        <p:spPr>
          <a:xfrm>
            <a:off x="0" y="1268760"/>
            <a:ext cx="6838718" cy="2592000"/>
          </a:xfrm>
          <a:prstGeom prst="rect">
            <a:avLst/>
          </a:prstGeom>
          <a:solidFill>
            <a:srgbClr val="5F5B93"/>
          </a:solidFill>
          <a:ln>
            <a:noFill/>
          </a:ln>
        </p:spPr>
        <p:txBody>
          <a:bodyPr anchorCtr="0" anchor="t" bIns="0" lIns="547200" spcFirstLastPara="1" rIns="648000" wrap="square" tIns="324000">
            <a:noAutofit/>
          </a:bodyPr>
          <a:lstStyle>
            <a:lvl1pPr lvl="0" algn="l">
              <a:lnSpc>
                <a:spcPct val="100000"/>
              </a:lnSpc>
              <a:spcBef>
                <a:spcPts val="0"/>
              </a:spcBef>
              <a:spcAft>
                <a:spcPts val="0"/>
              </a:spcAft>
              <a:buClr>
                <a:schemeClr val="lt1"/>
              </a:buClr>
              <a:buSzPts val="5000"/>
              <a:buFont typeface="Calibri"/>
              <a:buNone/>
              <a:defRPr sz="5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pitel Layout 4">
  <p:cSld name="Kapitel Layout 4">
    <p:spTree>
      <p:nvGrpSpPr>
        <p:cNvPr id="130" name="Shape 130"/>
        <p:cNvGrpSpPr/>
        <p:nvPr/>
      </p:nvGrpSpPr>
      <p:grpSpPr>
        <a:xfrm>
          <a:off x="0" y="0"/>
          <a:ext cx="0" cy="0"/>
          <a:chOff x="0" y="0"/>
          <a:chExt cx="0" cy="0"/>
        </a:xfrm>
      </p:grpSpPr>
      <p:sp>
        <p:nvSpPr>
          <p:cNvPr id="131" name="Google Shape;131;p14"/>
          <p:cNvSpPr/>
          <p:nvPr>
            <p:ph idx="2" type="pic"/>
          </p:nvPr>
        </p:nvSpPr>
        <p:spPr>
          <a:xfrm>
            <a:off x="0" y="0"/>
            <a:ext cx="12192000" cy="6858000"/>
          </a:xfrm>
          <a:prstGeom prst="rect">
            <a:avLst/>
          </a:prstGeom>
          <a:noFill/>
          <a:ln>
            <a:noFill/>
          </a:ln>
        </p:spPr>
      </p:sp>
      <p:sp>
        <p:nvSpPr>
          <p:cNvPr id="132" name="Google Shape;132;p14"/>
          <p:cNvSpPr txBox="1"/>
          <p:nvPr>
            <p:ph type="title"/>
          </p:nvPr>
        </p:nvSpPr>
        <p:spPr>
          <a:xfrm>
            <a:off x="0" y="1268760"/>
            <a:ext cx="6838718" cy="2592000"/>
          </a:xfrm>
          <a:prstGeom prst="rect">
            <a:avLst/>
          </a:prstGeom>
          <a:solidFill>
            <a:schemeClr val="accent2"/>
          </a:solidFill>
          <a:ln>
            <a:noFill/>
          </a:ln>
        </p:spPr>
        <p:txBody>
          <a:bodyPr anchorCtr="0" anchor="t" bIns="0" lIns="547200" spcFirstLastPara="1" rIns="648000" wrap="square" tIns="324000">
            <a:noAutofit/>
          </a:bodyPr>
          <a:lstStyle>
            <a:lvl1pPr lvl="0" algn="l">
              <a:lnSpc>
                <a:spcPct val="100000"/>
              </a:lnSpc>
              <a:spcBef>
                <a:spcPts val="0"/>
              </a:spcBef>
              <a:spcAft>
                <a:spcPts val="0"/>
              </a:spcAft>
              <a:buClr>
                <a:schemeClr val="lt1"/>
              </a:buClr>
              <a:buSzPts val="5000"/>
              <a:buFont typeface="Calibri"/>
              <a:buNone/>
              <a:defRPr sz="5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p:cSld name="Zwei Inhalte">
    <p:spTree>
      <p:nvGrpSpPr>
        <p:cNvPr id="133" name="Shape 133"/>
        <p:cNvGrpSpPr/>
        <p:nvPr/>
      </p:nvGrpSpPr>
      <p:grpSpPr>
        <a:xfrm>
          <a:off x="0" y="0"/>
          <a:ext cx="0" cy="0"/>
          <a:chOff x="0" y="0"/>
          <a:chExt cx="0" cy="0"/>
        </a:xfrm>
      </p:grpSpPr>
      <p:sp>
        <p:nvSpPr>
          <p:cNvPr id="134" name="Google Shape;134;p15"/>
          <p:cNvSpPr txBox="1"/>
          <p:nvPr>
            <p:ph type="title"/>
          </p:nvPr>
        </p:nvSpPr>
        <p:spPr>
          <a:xfrm>
            <a:off x="551384" y="620792"/>
            <a:ext cx="11088000" cy="864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15"/>
          <p:cNvSpPr txBox="1"/>
          <p:nvPr>
            <p:ph idx="1" type="body"/>
          </p:nvPr>
        </p:nvSpPr>
        <p:spPr>
          <a:xfrm>
            <a:off x="551384" y="1700808"/>
            <a:ext cx="5328000" cy="4464000"/>
          </a:xfrm>
          <a:prstGeom prst="rect">
            <a:avLst/>
          </a:prstGeom>
          <a:noFill/>
          <a:ln>
            <a:noFill/>
          </a:ln>
        </p:spPr>
        <p:txBody>
          <a:bodyPr anchorCtr="0" anchor="t" bIns="0" lIns="0" spcFirstLastPara="1" rIns="0" wrap="square" tIns="18000">
            <a:noAutofit/>
          </a:bodyPr>
          <a:lstStyle>
            <a:lvl1pPr indent="-228600" lvl="0" marL="457200" algn="l">
              <a:lnSpc>
                <a:spcPct val="117000"/>
              </a:lnSpc>
              <a:spcBef>
                <a:spcPts val="0"/>
              </a:spcBef>
              <a:spcAft>
                <a:spcPts val="0"/>
              </a:spcAft>
              <a:buClr>
                <a:schemeClr val="dk1"/>
              </a:buClr>
              <a:buSzPts val="1800"/>
              <a:buNone/>
              <a:defRPr/>
            </a:lvl1pPr>
            <a:lvl2pPr indent="-228600" lvl="1" marL="914400" algn="l">
              <a:lnSpc>
                <a:spcPct val="117000"/>
              </a:lnSpc>
              <a:spcBef>
                <a:spcPts val="1400"/>
              </a:spcBef>
              <a:spcAft>
                <a:spcPts val="0"/>
              </a:spcAft>
              <a:buClr>
                <a:schemeClr val="accent5"/>
              </a:buClr>
              <a:buSzPts val="1800"/>
              <a:buNone/>
              <a:defRPr/>
            </a:lvl2pPr>
            <a:lvl3pPr indent="-342900" lvl="2" marL="1371600" algn="l">
              <a:lnSpc>
                <a:spcPct val="117000"/>
              </a:lnSpc>
              <a:spcBef>
                <a:spcPts val="1200"/>
              </a:spcBef>
              <a:spcAft>
                <a:spcPts val="0"/>
              </a:spcAft>
              <a:buSzPts val="1800"/>
              <a:buAutoNum type="arabicPeriod"/>
              <a:defRPr/>
            </a:lvl3pPr>
            <a:lvl4pPr indent="-342900" lvl="3" marL="1828800" algn="l">
              <a:lnSpc>
                <a:spcPct val="117000"/>
              </a:lnSpc>
              <a:spcBef>
                <a:spcPts val="0"/>
              </a:spcBef>
              <a:spcAft>
                <a:spcPts val="0"/>
              </a:spcAft>
              <a:buSzPts val="1800"/>
              <a:buChar char="•"/>
              <a:defRPr/>
            </a:lvl4pPr>
            <a:lvl5pPr indent="-342900" lvl="4" marL="2286000" algn="l">
              <a:lnSpc>
                <a:spcPct val="117000"/>
              </a:lnSpc>
              <a:spcBef>
                <a:spcPts val="0"/>
              </a:spcBef>
              <a:spcAft>
                <a:spcPts val="0"/>
              </a:spcAft>
              <a:buSzPts val="1800"/>
              <a:buChar char="•"/>
              <a:defRPr/>
            </a:lvl5pPr>
            <a:lvl6pPr indent="-342900" lvl="5" marL="2743200" algn="l">
              <a:lnSpc>
                <a:spcPct val="117000"/>
              </a:lnSpc>
              <a:spcBef>
                <a:spcPts val="0"/>
              </a:spcBef>
              <a:spcAft>
                <a:spcPts val="0"/>
              </a:spcAft>
              <a:buSzPts val="1800"/>
              <a:buChar char="•"/>
              <a:defRPr/>
            </a:lvl6pPr>
            <a:lvl7pPr indent="-228600" lvl="6" marL="3200400" algn="l">
              <a:lnSpc>
                <a:spcPct val="117000"/>
              </a:lnSpc>
              <a:spcBef>
                <a:spcPts val="0"/>
              </a:spcBef>
              <a:spcAft>
                <a:spcPts val="0"/>
              </a:spcAft>
              <a:buClr>
                <a:schemeClr val="dk1"/>
              </a:buClr>
              <a:buSzPts val="1800"/>
              <a:buNone/>
              <a:defRPr/>
            </a:lvl7pPr>
            <a:lvl8pPr indent="-228600" lvl="7" marL="3657600" algn="l">
              <a:lnSpc>
                <a:spcPct val="117000"/>
              </a:lnSpc>
              <a:spcBef>
                <a:spcPts val="0"/>
              </a:spcBef>
              <a:spcAft>
                <a:spcPts val="0"/>
              </a:spcAft>
              <a:buClr>
                <a:schemeClr val="dk1"/>
              </a:buClr>
              <a:buSzPts val="1800"/>
              <a:buNone/>
              <a:defRPr/>
            </a:lvl8pPr>
            <a:lvl9pPr indent="-228600" lvl="8" marL="4114800" algn="l">
              <a:lnSpc>
                <a:spcPct val="117000"/>
              </a:lnSpc>
              <a:spcBef>
                <a:spcPts val="0"/>
              </a:spcBef>
              <a:spcAft>
                <a:spcPts val="0"/>
              </a:spcAft>
              <a:buClr>
                <a:schemeClr val="dk1"/>
              </a:buClr>
              <a:buSzPts val="1800"/>
              <a:buNone/>
              <a:defRPr/>
            </a:lvl9pPr>
          </a:lstStyle>
          <a:p/>
        </p:txBody>
      </p:sp>
      <p:sp>
        <p:nvSpPr>
          <p:cNvPr id="136" name="Google Shape;136;p15"/>
          <p:cNvSpPr txBox="1"/>
          <p:nvPr>
            <p:ph idx="2" type="body"/>
          </p:nvPr>
        </p:nvSpPr>
        <p:spPr>
          <a:xfrm>
            <a:off x="6312608" y="1700808"/>
            <a:ext cx="5328000" cy="4464000"/>
          </a:xfrm>
          <a:prstGeom prst="rect">
            <a:avLst/>
          </a:prstGeom>
          <a:noFill/>
          <a:ln>
            <a:noFill/>
          </a:ln>
        </p:spPr>
        <p:txBody>
          <a:bodyPr anchorCtr="0" anchor="t" bIns="0" lIns="0" spcFirstLastPara="1" rIns="0" wrap="square" tIns="18000">
            <a:noAutofit/>
          </a:bodyPr>
          <a:lstStyle>
            <a:lvl1pPr indent="-228600" lvl="0" marL="457200" algn="l">
              <a:lnSpc>
                <a:spcPct val="117000"/>
              </a:lnSpc>
              <a:spcBef>
                <a:spcPts val="0"/>
              </a:spcBef>
              <a:spcAft>
                <a:spcPts val="0"/>
              </a:spcAft>
              <a:buClr>
                <a:schemeClr val="dk1"/>
              </a:buClr>
              <a:buSzPts val="1800"/>
              <a:buNone/>
              <a:defRPr/>
            </a:lvl1pPr>
            <a:lvl2pPr indent="-228600" lvl="1" marL="914400" algn="l">
              <a:lnSpc>
                <a:spcPct val="117000"/>
              </a:lnSpc>
              <a:spcBef>
                <a:spcPts val="1400"/>
              </a:spcBef>
              <a:spcAft>
                <a:spcPts val="0"/>
              </a:spcAft>
              <a:buClr>
                <a:schemeClr val="accent5"/>
              </a:buClr>
              <a:buSzPts val="1800"/>
              <a:buNone/>
              <a:defRPr/>
            </a:lvl2pPr>
            <a:lvl3pPr indent="-342900" lvl="2" marL="1371600" algn="l">
              <a:lnSpc>
                <a:spcPct val="117000"/>
              </a:lnSpc>
              <a:spcBef>
                <a:spcPts val="1200"/>
              </a:spcBef>
              <a:spcAft>
                <a:spcPts val="0"/>
              </a:spcAft>
              <a:buSzPts val="1800"/>
              <a:buAutoNum type="arabicPeriod"/>
              <a:defRPr/>
            </a:lvl3pPr>
            <a:lvl4pPr indent="-342900" lvl="3" marL="1828800" algn="l">
              <a:lnSpc>
                <a:spcPct val="117000"/>
              </a:lnSpc>
              <a:spcBef>
                <a:spcPts val="0"/>
              </a:spcBef>
              <a:spcAft>
                <a:spcPts val="0"/>
              </a:spcAft>
              <a:buSzPts val="1800"/>
              <a:buChar char="•"/>
              <a:defRPr/>
            </a:lvl4pPr>
            <a:lvl5pPr indent="-342900" lvl="4" marL="2286000" algn="l">
              <a:lnSpc>
                <a:spcPct val="117000"/>
              </a:lnSpc>
              <a:spcBef>
                <a:spcPts val="0"/>
              </a:spcBef>
              <a:spcAft>
                <a:spcPts val="0"/>
              </a:spcAft>
              <a:buSzPts val="1800"/>
              <a:buChar char="•"/>
              <a:defRPr/>
            </a:lvl5pPr>
            <a:lvl6pPr indent="-342900" lvl="5" marL="2743200" algn="l">
              <a:lnSpc>
                <a:spcPct val="117000"/>
              </a:lnSpc>
              <a:spcBef>
                <a:spcPts val="0"/>
              </a:spcBef>
              <a:spcAft>
                <a:spcPts val="0"/>
              </a:spcAft>
              <a:buSzPts val="1800"/>
              <a:buChar char="•"/>
              <a:defRPr/>
            </a:lvl6pPr>
            <a:lvl7pPr indent="-228600" lvl="6" marL="3200400" algn="l">
              <a:lnSpc>
                <a:spcPct val="117000"/>
              </a:lnSpc>
              <a:spcBef>
                <a:spcPts val="0"/>
              </a:spcBef>
              <a:spcAft>
                <a:spcPts val="0"/>
              </a:spcAft>
              <a:buClr>
                <a:schemeClr val="dk1"/>
              </a:buClr>
              <a:buSzPts val="1800"/>
              <a:buNone/>
              <a:defRPr/>
            </a:lvl7pPr>
            <a:lvl8pPr indent="-228600" lvl="7" marL="3657600" algn="l">
              <a:lnSpc>
                <a:spcPct val="117000"/>
              </a:lnSpc>
              <a:spcBef>
                <a:spcPts val="0"/>
              </a:spcBef>
              <a:spcAft>
                <a:spcPts val="0"/>
              </a:spcAft>
              <a:buClr>
                <a:schemeClr val="dk1"/>
              </a:buClr>
              <a:buSzPts val="1800"/>
              <a:buNone/>
              <a:defRPr/>
            </a:lvl8pPr>
            <a:lvl9pPr indent="-228600" lvl="8" marL="4114800" algn="l">
              <a:lnSpc>
                <a:spcPct val="117000"/>
              </a:lnSpc>
              <a:spcBef>
                <a:spcPts val="0"/>
              </a:spcBef>
              <a:spcAft>
                <a:spcPts val="0"/>
              </a:spcAft>
              <a:buClr>
                <a:schemeClr val="dk1"/>
              </a:buClr>
              <a:buSzPts val="1800"/>
              <a:buNone/>
              <a:defRPr/>
            </a:lvl9pPr>
          </a:lstStyle>
          <a:p/>
        </p:txBody>
      </p:sp>
      <p:sp>
        <p:nvSpPr>
          <p:cNvPr id="137" name="Google Shape;137;p1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0" name="Google Shape;140;p15"/>
          <p:cNvSpPr txBox="1"/>
          <p:nvPr>
            <p:ph idx="3" type="body"/>
          </p:nvPr>
        </p:nvSpPr>
        <p:spPr>
          <a:xfrm>
            <a:off x="552616" y="260648"/>
            <a:ext cx="11088000" cy="288000"/>
          </a:xfrm>
          <a:prstGeom prst="rect">
            <a:avLst/>
          </a:prstGeom>
          <a:noFill/>
          <a:ln>
            <a:noFill/>
          </a:ln>
        </p:spPr>
        <p:txBody>
          <a:bodyPr anchorCtr="0" anchor="b" bIns="7200" lIns="0" spcFirstLastPara="1" rIns="0" wrap="square" tIns="0">
            <a:noAutofit/>
          </a:bodyPr>
          <a:lstStyle>
            <a:lvl1pPr indent="-228600" lvl="0" marL="457200" algn="l">
              <a:lnSpc>
                <a:spcPct val="117000"/>
              </a:lnSpc>
              <a:spcBef>
                <a:spcPts val="0"/>
              </a:spcBef>
              <a:spcAft>
                <a:spcPts val="0"/>
              </a:spcAft>
              <a:buClr>
                <a:schemeClr val="dk1"/>
              </a:buClr>
              <a:buSzPts val="1400"/>
              <a:buFont typeface="Calibri"/>
              <a:buNone/>
              <a:defRPr b="0" sz="1400" u="sng">
                <a:solidFill>
                  <a:schemeClr val="dk1"/>
                </a:solidFill>
              </a:defRPr>
            </a:lvl1pPr>
            <a:lvl2pPr indent="-228600" lvl="1" marL="914400" algn="l">
              <a:lnSpc>
                <a:spcPct val="117000"/>
              </a:lnSpc>
              <a:spcBef>
                <a:spcPts val="0"/>
              </a:spcBef>
              <a:spcAft>
                <a:spcPts val="0"/>
              </a:spcAft>
              <a:buClr>
                <a:schemeClr val="dk1"/>
              </a:buClr>
              <a:buSzPts val="1400"/>
              <a:buFont typeface="Calibri"/>
              <a:buNone/>
              <a:defRPr b="0" sz="1400" u="none">
                <a:solidFill>
                  <a:schemeClr val="dk1"/>
                </a:solidFill>
              </a:defRPr>
            </a:lvl2pPr>
            <a:lvl3pPr indent="-228600" lvl="2" marL="1371600" algn="l">
              <a:lnSpc>
                <a:spcPct val="117000"/>
              </a:lnSpc>
              <a:spcBef>
                <a:spcPts val="0"/>
              </a:spcBef>
              <a:spcAft>
                <a:spcPts val="0"/>
              </a:spcAft>
              <a:buSzPts val="1400"/>
              <a:buFont typeface="Calibri"/>
              <a:buNone/>
              <a:defRPr b="0" sz="1400" u="none">
                <a:solidFill>
                  <a:schemeClr val="dk1"/>
                </a:solidFill>
              </a:defRPr>
            </a:lvl3pPr>
            <a:lvl4pPr indent="-228600" lvl="3" marL="1828800" algn="l">
              <a:lnSpc>
                <a:spcPct val="117000"/>
              </a:lnSpc>
              <a:spcBef>
                <a:spcPts val="0"/>
              </a:spcBef>
              <a:spcAft>
                <a:spcPts val="0"/>
              </a:spcAft>
              <a:buSzPts val="1400"/>
              <a:buFont typeface="Calibri"/>
              <a:buNone/>
              <a:defRPr b="0" sz="1400" u="none">
                <a:solidFill>
                  <a:schemeClr val="dk1"/>
                </a:solidFill>
              </a:defRPr>
            </a:lvl4pPr>
            <a:lvl5pPr indent="-228600" lvl="4" marL="2286000" algn="l">
              <a:lnSpc>
                <a:spcPct val="117000"/>
              </a:lnSpc>
              <a:spcBef>
                <a:spcPts val="0"/>
              </a:spcBef>
              <a:spcAft>
                <a:spcPts val="0"/>
              </a:spcAft>
              <a:buSzPts val="1400"/>
              <a:buFont typeface="Calibri"/>
              <a:buNone/>
              <a:defRPr b="0" sz="1400" u="none">
                <a:solidFill>
                  <a:schemeClr val="dk1"/>
                </a:solidFill>
              </a:defRPr>
            </a:lvl5pPr>
            <a:lvl6pPr indent="-228600" lvl="5" marL="2743200" algn="l">
              <a:lnSpc>
                <a:spcPct val="117000"/>
              </a:lnSpc>
              <a:spcBef>
                <a:spcPts val="0"/>
              </a:spcBef>
              <a:spcAft>
                <a:spcPts val="0"/>
              </a:spcAft>
              <a:buSzPts val="1400"/>
              <a:buFont typeface="Calibri"/>
              <a:buNone/>
              <a:defRPr b="0" sz="1400" u="none">
                <a:solidFill>
                  <a:schemeClr val="dk1"/>
                </a:solidFill>
              </a:defRPr>
            </a:lvl6pPr>
            <a:lvl7pPr indent="-228600" lvl="6" marL="3200400" algn="l">
              <a:lnSpc>
                <a:spcPct val="117000"/>
              </a:lnSpc>
              <a:spcBef>
                <a:spcPts val="0"/>
              </a:spcBef>
              <a:spcAft>
                <a:spcPts val="0"/>
              </a:spcAft>
              <a:buClr>
                <a:schemeClr val="dk1"/>
              </a:buClr>
              <a:buSzPts val="1400"/>
              <a:buFont typeface="Calibri"/>
              <a:buNone/>
              <a:defRPr b="0" sz="1400" u="none">
                <a:solidFill>
                  <a:schemeClr val="dk1"/>
                </a:solidFill>
              </a:defRPr>
            </a:lvl7pPr>
            <a:lvl8pPr indent="-228600" lvl="7" marL="3657600" algn="l">
              <a:lnSpc>
                <a:spcPct val="117000"/>
              </a:lnSpc>
              <a:spcBef>
                <a:spcPts val="0"/>
              </a:spcBef>
              <a:spcAft>
                <a:spcPts val="0"/>
              </a:spcAft>
              <a:buClr>
                <a:schemeClr val="dk1"/>
              </a:buClr>
              <a:buSzPts val="1400"/>
              <a:buFont typeface="Calibri"/>
              <a:buNone/>
              <a:defRPr b="0" sz="1400" u="none">
                <a:solidFill>
                  <a:schemeClr val="dk1"/>
                </a:solidFill>
              </a:defRPr>
            </a:lvl8pPr>
            <a:lvl9pPr indent="-228600" lvl="8" marL="4114800" algn="l">
              <a:lnSpc>
                <a:spcPct val="117000"/>
              </a:lnSpc>
              <a:spcBef>
                <a:spcPts val="0"/>
              </a:spcBef>
              <a:spcAft>
                <a:spcPts val="0"/>
              </a:spcAft>
              <a:buClr>
                <a:schemeClr val="dk1"/>
              </a:buClr>
              <a:buSzPts val="1400"/>
              <a:buFont typeface="Calibri"/>
              <a:buNone/>
              <a:defRPr b="0" sz="1400" u="none">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ild und Inhalt">
  <p:cSld name="1 Bild und Inhalt">
    <p:spTree>
      <p:nvGrpSpPr>
        <p:cNvPr id="141" name="Shape 141"/>
        <p:cNvGrpSpPr/>
        <p:nvPr/>
      </p:nvGrpSpPr>
      <p:grpSpPr>
        <a:xfrm>
          <a:off x="0" y="0"/>
          <a:ext cx="0" cy="0"/>
          <a:chOff x="0" y="0"/>
          <a:chExt cx="0" cy="0"/>
        </a:xfrm>
      </p:grpSpPr>
      <p:sp>
        <p:nvSpPr>
          <p:cNvPr id="142" name="Google Shape;142;p16"/>
          <p:cNvSpPr txBox="1"/>
          <p:nvPr>
            <p:ph type="title"/>
          </p:nvPr>
        </p:nvSpPr>
        <p:spPr>
          <a:xfrm>
            <a:off x="551384" y="620792"/>
            <a:ext cx="11088000" cy="864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16"/>
          <p:cNvSpPr txBox="1"/>
          <p:nvPr>
            <p:ph idx="1" type="body"/>
          </p:nvPr>
        </p:nvSpPr>
        <p:spPr>
          <a:xfrm>
            <a:off x="6312024" y="1701304"/>
            <a:ext cx="5328000" cy="4464000"/>
          </a:xfrm>
          <a:prstGeom prst="rect">
            <a:avLst/>
          </a:prstGeom>
          <a:noFill/>
          <a:ln>
            <a:noFill/>
          </a:ln>
        </p:spPr>
        <p:txBody>
          <a:bodyPr anchorCtr="0" anchor="t" bIns="0" lIns="0" spcFirstLastPara="1" rIns="0" wrap="square" tIns="18000">
            <a:noAutofit/>
          </a:bodyPr>
          <a:lstStyle>
            <a:lvl1pPr indent="-228600" lvl="0" marL="457200" algn="l">
              <a:lnSpc>
                <a:spcPct val="117000"/>
              </a:lnSpc>
              <a:spcBef>
                <a:spcPts val="0"/>
              </a:spcBef>
              <a:spcAft>
                <a:spcPts val="0"/>
              </a:spcAft>
              <a:buClr>
                <a:schemeClr val="dk1"/>
              </a:buClr>
              <a:buSzPts val="1800"/>
              <a:buNone/>
              <a:defRPr/>
            </a:lvl1pPr>
            <a:lvl2pPr indent="-228600" lvl="1" marL="914400" algn="l">
              <a:lnSpc>
                <a:spcPct val="117000"/>
              </a:lnSpc>
              <a:spcBef>
                <a:spcPts val="1400"/>
              </a:spcBef>
              <a:spcAft>
                <a:spcPts val="0"/>
              </a:spcAft>
              <a:buClr>
                <a:schemeClr val="accent5"/>
              </a:buClr>
              <a:buSzPts val="1800"/>
              <a:buNone/>
              <a:defRPr/>
            </a:lvl2pPr>
            <a:lvl3pPr indent="-342900" lvl="2" marL="1371600" algn="l">
              <a:lnSpc>
                <a:spcPct val="117000"/>
              </a:lnSpc>
              <a:spcBef>
                <a:spcPts val="1200"/>
              </a:spcBef>
              <a:spcAft>
                <a:spcPts val="0"/>
              </a:spcAft>
              <a:buSzPts val="1800"/>
              <a:buAutoNum type="arabicPeriod"/>
              <a:defRPr/>
            </a:lvl3pPr>
            <a:lvl4pPr indent="-342900" lvl="3" marL="1828800" algn="l">
              <a:lnSpc>
                <a:spcPct val="117000"/>
              </a:lnSpc>
              <a:spcBef>
                <a:spcPts val="0"/>
              </a:spcBef>
              <a:spcAft>
                <a:spcPts val="0"/>
              </a:spcAft>
              <a:buSzPts val="1800"/>
              <a:buChar char="•"/>
              <a:defRPr/>
            </a:lvl4pPr>
            <a:lvl5pPr indent="-342900" lvl="4" marL="2286000" algn="l">
              <a:lnSpc>
                <a:spcPct val="117000"/>
              </a:lnSpc>
              <a:spcBef>
                <a:spcPts val="0"/>
              </a:spcBef>
              <a:spcAft>
                <a:spcPts val="0"/>
              </a:spcAft>
              <a:buSzPts val="1800"/>
              <a:buChar char="•"/>
              <a:defRPr/>
            </a:lvl5pPr>
            <a:lvl6pPr indent="-342900" lvl="5" marL="2743200" algn="l">
              <a:lnSpc>
                <a:spcPct val="117000"/>
              </a:lnSpc>
              <a:spcBef>
                <a:spcPts val="0"/>
              </a:spcBef>
              <a:spcAft>
                <a:spcPts val="0"/>
              </a:spcAft>
              <a:buSzPts val="1800"/>
              <a:buChar char="•"/>
              <a:defRPr/>
            </a:lvl6pPr>
            <a:lvl7pPr indent="-228600" lvl="6" marL="3200400" algn="l">
              <a:lnSpc>
                <a:spcPct val="117000"/>
              </a:lnSpc>
              <a:spcBef>
                <a:spcPts val="0"/>
              </a:spcBef>
              <a:spcAft>
                <a:spcPts val="0"/>
              </a:spcAft>
              <a:buClr>
                <a:schemeClr val="dk1"/>
              </a:buClr>
              <a:buSzPts val="1800"/>
              <a:buNone/>
              <a:defRPr/>
            </a:lvl7pPr>
            <a:lvl8pPr indent="-228600" lvl="7" marL="3657600" algn="l">
              <a:lnSpc>
                <a:spcPct val="117000"/>
              </a:lnSpc>
              <a:spcBef>
                <a:spcPts val="0"/>
              </a:spcBef>
              <a:spcAft>
                <a:spcPts val="0"/>
              </a:spcAft>
              <a:buClr>
                <a:schemeClr val="dk1"/>
              </a:buClr>
              <a:buSzPts val="1800"/>
              <a:buNone/>
              <a:defRPr/>
            </a:lvl8pPr>
            <a:lvl9pPr indent="-228600" lvl="8" marL="4114800" algn="l">
              <a:lnSpc>
                <a:spcPct val="117000"/>
              </a:lnSpc>
              <a:spcBef>
                <a:spcPts val="0"/>
              </a:spcBef>
              <a:spcAft>
                <a:spcPts val="0"/>
              </a:spcAft>
              <a:buClr>
                <a:schemeClr val="dk1"/>
              </a:buClr>
              <a:buSzPts val="1800"/>
              <a:buNone/>
              <a:defRPr/>
            </a:lvl9pPr>
          </a:lstStyle>
          <a:p/>
        </p:txBody>
      </p:sp>
      <p:sp>
        <p:nvSpPr>
          <p:cNvPr id="144" name="Google Shape;144;p16"/>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16"/>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6"/>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7" name="Google Shape;147;p16"/>
          <p:cNvSpPr/>
          <p:nvPr>
            <p:ph idx="2" type="pic"/>
          </p:nvPr>
        </p:nvSpPr>
        <p:spPr>
          <a:xfrm>
            <a:off x="551384" y="1845304"/>
            <a:ext cx="5328000" cy="4320000"/>
          </a:xfrm>
          <a:prstGeom prst="rect">
            <a:avLst/>
          </a:prstGeom>
          <a:noFill/>
          <a:ln>
            <a:noFill/>
          </a:ln>
        </p:spPr>
      </p:sp>
      <p:sp>
        <p:nvSpPr>
          <p:cNvPr id="148" name="Google Shape;148;p16"/>
          <p:cNvSpPr txBox="1"/>
          <p:nvPr>
            <p:ph idx="3" type="body"/>
          </p:nvPr>
        </p:nvSpPr>
        <p:spPr>
          <a:xfrm>
            <a:off x="552616" y="260648"/>
            <a:ext cx="11088000" cy="288000"/>
          </a:xfrm>
          <a:prstGeom prst="rect">
            <a:avLst/>
          </a:prstGeom>
          <a:noFill/>
          <a:ln>
            <a:noFill/>
          </a:ln>
        </p:spPr>
        <p:txBody>
          <a:bodyPr anchorCtr="0" anchor="b" bIns="7200" lIns="0" spcFirstLastPara="1" rIns="0" wrap="square" tIns="0">
            <a:noAutofit/>
          </a:bodyPr>
          <a:lstStyle>
            <a:lvl1pPr indent="-228600" lvl="0" marL="457200" algn="l">
              <a:lnSpc>
                <a:spcPct val="117000"/>
              </a:lnSpc>
              <a:spcBef>
                <a:spcPts val="0"/>
              </a:spcBef>
              <a:spcAft>
                <a:spcPts val="0"/>
              </a:spcAft>
              <a:buClr>
                <a:schemeClr val="dk1"/>
              </a:buClr>
              <a:buSzPts val="1400"/>
              <a:buFont typeface="Calibri"/>
              <a:buNone/>
              <a:defRPr b="0" sz="1400" u="sng">
                <a:solidFill>
                  <a:schemeClr val="dk1"/>
                </a:solidFill>
              </a:defRPr>
            </a:lvl1pPr>
            <a:lvl2pPr indent="-228600" lvl="1" marL="914400" algn="l">
              <a:lnSpc>
                <a:spcPct val="117000"/>
              </a:lnSpc>
              <a:spcBef>
                <a:spcPts val="0"/>
              </a:spcBef>
              <a:spcAft>
                <a:spcPts val="0"/>
              </a:spcAft>
              <a:buClr>
                <a:schemeClr val="dk1"/>
              </a:buClr>
              <a:buSzPts val="1400"/>
              <a:buFont typeface="Calibri"/>
              <a:buNone/>
              <a:defRPr b="0" sz="1400" u="none">
                <a:solidFill>
                  <a:schemeClr val="dk1"/>
                </a:solidFill>
              </a:defRPr>
            </a:lvl2pPr>
            <a:lvl3pPr indent="-228600" lvl="2" marL="1371600" algn="l">
              <a:lnSpc>
                <a:spcPct val="117000"/>
              </a:lnSpc>
              <a:spcBef>
                <a:spcPts val="0"/>
              </a:spcBef>
              <a:spcAft>
                <a:spcPts val="0"/>
              </a:spcAft>
              <a:buSzPts val="1400"/>
              <a:buFont typeface="Calibri"/>
              <a:buNone/>
              <a:defRPr b="0" sz="1400" u="none">
                <a:solidFill>
                  <a:schemeClr val="dk1"/>
                </a:solidFill>
              </a:defRPr>
            </a:lvl3pPr>
            <a:lvl4pPr indent="-228600" lvl="3" marL="1828800" algn="l">
              <a:lnSpc>
                <a:spcPct val="117000"/>
              </a:lnSpc>
              <a:spcBef>
                <a:spcPts val="0"/>
              </a:spcBef>
              <a:spcAft>
                <a:spcPts val="0"/>
              </a:spcAft>
              <a:buSzPts val="1400"/>
              <a:buFont typeface="Calibri"/>
              <a:buNone/>
              <a:defRPr b="0" sz="1400" u="none">
                <a:solidFill>
                  <a:schemeClr val="dk1"/>
                </a:solidFill>
              </a:defRPr>
            </a:lvl4pPr>
            <a:lvl5pPr indent="-228600" lvl="4" marL="2286000" algn="l">
              <a:lnSpc>
                <a:spcPct val="117000"/>
              </a:lnSpc>
              <a:spcBef>
                <a:spcPts val="0"/>
              </a:spcBef>
              <a:spcAft>
                <a:spcPts val="0"/>
              </a:spcAft>
              <a:buSzPts val="1400"/>
              <a:buFont typeface="Calibri"/>
              <a:buNone/>
              <a:defRPr b="0" sz="1400" u="none">
                <a:solidFill>
                  <a:schemeClr val="dk1"/>
                </a:solidFill>
              </a:defRPr>
            </a:lvl5pPr>
            <a:lvl6pPr indent="-228600" lvl="5" marL="2743200" algn="l">
              <a:lnSpc>
                <a:spcPct val="117000"/>
              </a:lnSpc>
              <a:spcBef>
                <a:spcPts val="0"/>
              </a:spcBef>
              <a:spcAft>
                <a:spcPts val="0"/>
              </a:spcAft>
              <a:buSzPts val="1400"/>
              <a:buFont typeface="Calibri"/>
              <a:buNone/>
              <a:defRPr b="0" sz="1400" u="none">
                <a:solidFill>
                  <a:schemeClr val="dk1"/>
                </a:solidFill>
              </a:defRPr>
            </a:lvl6pPr>
            <a:lvl7pPr indent="-228600" lvl="6" marL="3200400" algn="l">
              <a:lnSpc>
                <a:spcPct val="117000"/>
              </a:lnSpc>
              <a:spcBef>
                <a:spcPts val="0"/>
              </a:spcBef>
              <a:spcAft>
                <a:spcPts val="0"/>
              </a:spcAft>
              <a:buClr>
                <a:schemeClr val="dk1"/>
              </a:buClr>
              <a:buSzPts val="1400"/>
              <a:buFont typeface="Calibri"/>
              <a:buNone/>
              <a:defRPr b="0" sz="1400" u="none">
                <a:solidFill>
                  <a:schemeClr val="dk1"/>
                </a:solidFill>
              </a:defRPr>
            </a:lvl7pPr>
            <a:lvl8pPr indent="-228600" lvl="7" marL="3657600" algn="l">
              <a:lnSpc>
                <a:spcPct val="117000"/>
              </a:lnSpc>
              <a:spcBef>
                <a:spcPts val="0"/>
              </a:spcBef>
              <a:spcAft>
                <a:spcPts val="0"/>
              </a:spcAft>
              <a:buClr>
                <a:schemeClr val="dk1"/>
              </a:buClr>
              <a:buSzPts val="1400"/>
              <a:buFont typeface="Calibri"/>
              <a:buNone/>
              <a:defRPr b="0" sz="1400" u="none">
                <a:solidFill>
                  <a:schemeClr val="dk1"/>
                </a:solidFill>
              </a:defRPr>
            </a:lvl8pPr>
            <a:lvl9pPr indent="-228600" lvl="8" marL="4114800" algn="l">
              <a:lnSpc>
                <a:spcPct val="117000"/>
              </a:lnSpc>
              <a:spcBef>
                <a:spcPts val="0"/>
              </a:spcBef>
              <a:spcAft>
                <a:spcPts val="0"/>
              </a:spcAft>
              <a:buClr>
                <a:schemeClr val="dk1"/>
              </a:buClr>
              <a:buSzPts val="1400"/>
              <a:buFont typeface="Calibri"/>
              <a:buNone/>
              <a:defRPr b="0" sz="1400" u="none">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und Hervorhebung">
  <p:cSld name="Bild und Hervorhebung">
    <p:spTree>
      <p:nvGrpSpPr>
        <p:cNvPr id="149" name="Shape 149"/>
        <p:cNvGrpSpPr/>
        <p:nvPr/>
      </p:nvGrpSpPr>
      <p:grpSpPr>
        <a:xfrm>
          <a:off x="0" y="0"/>
          <a:ext cx="0" cy="0"/>
          <a:chOff x="0" y="0"/>
          <a:chExt cx="0" cy="0"/>
        </a:xfrm>
      </p:grpSpPr>
      <p:sp>
        <p:nvSpPr>
          <p:cNvPr id="150" name="Google Shape;150;p17"/>
          <p:cNvSpPr/>
          <p:nvPr/>
        </p:nvSpPr>
        <p:spPr>
          <a:xfrm>
            <a:off x="4826761" y="1799970"/>
            <a:ext cx="7367523" cy="3630675"/>
          </a:xfrm>
          <a:custGeom>
            <a:rect b="b" l="l" r="r" t="t"/>
            <a:pathLst>
              <a:path extrusionOk="0" h="3630675" w="7367523">
                <a:moveTo>
                  <a:pt x="7367524" y="0"/>
                </a:moveTo>
                <a:lnTo>
                  <a:pt x="1321435" y="0"/>
                </a:lnTo>
                <a:lnTo>
                  <a:pt x="0" y="3630676"/>
                </a:lnTo>
                <a:lnTo>
                  <a:pt x="7367524" y="3630676"/>
                </a:lnTo>
                <a:lnTo>
                  <a:pt x="7367524"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17"/>
          <p:cNvSpPr txBox="1"/>
          <p:nvPr>
            <p:ph type="title"/>
          </p:nvPr>
        </p:nvSpPr>
        <p:spPr>
          <a:xfrm>
            <a:off x="551384" y="620792"/>
            <a:ext cx="11088000" cy="864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17"/>
          <p:cNvSpPr txBox="1"/>
          <p:nvPr>
            <p:ph idx="1" type="body"/>
          </p:nvPr>
        </p:nvSpPr>
        <p:spPr>
          <a:xfrm>
            <a:off x="6312024" y="2060848"/>
            <a:ext cx="5472608" cy="2952000"/>
          </a:xfrm>
          <a:prstGeom prst="rect">
            <a:avLst/>
          </a:prstGeom>
          <a:noFill/>
          <a:ln>
            <a:noFill/>
          </a:ln>
        </p:spPr>
        <p:txBody>
          <a:bodyPr anchorCtr="0" anchor="t" bIns="0" lIns="0" spcFirstLastPara="1" rIns="0" wrap="square" tIns="36000">
            <a:noAutofit/>
          </a:bodyPr>
          <a:lstStyle>
            <a:lvl1pPr indent="-228600" lvl="0" marL="457200" algn="l">
              <a:lnSpc>
                <a:spcPct val="117000"/>
              </a:lnSpc>
              <a:spcBef>
                <a:spcPts val="0"/>
              </a:spcBef>
              <a:spcAft>
                <a:spcPts val="0"/>
              </a:spcAft>
              <a:buClr>
                <a:schemeClr val="lt1"/>
              </a:buClr>
              <a:buSzPts val="2400"/>
              <a:buFont typeface="Arial"/>
              <a:buNone/>
              <a:defRPr sz="2400">
                <a:solidFill>
                  <a:schemeClr val="lt1"/>
                </a:solidFill>
              </a:defRPr>
            </a:lvl1pPr>
            <a:lvl2pPr indent="-228600" lvl="1" marL="914400" algn="l">
              <a:lnSpc>
                <a:spcPct val="117000"/>
              </a:lnSpc>
              <a:spcBef>
                <a:spcPts val="600"/>
              </a:spcBef>
              <a:spcAft>
                <a:spcPts val="0"/>
              </a:spcAft>
              <a:buClr>
                <a:schemeClr val="lt1"/>
              </a:buClr>
              <a:buSzPts val="2400"/>
              <a:buFont typeface="Arial"/>
              <a:buNone/>
              <a:defRPr b="0" sz="2400">
                <a:solidFill>
                  <a:schemeClr val="lt1"/>
                </a:solidFill>
              </a:defRPr>
            </a:lvl2pPr>
            <a:lvl3pPr indent="-228600" lvl="2" marL="1371600" algn="l">
              <a:lnSpc>
                <a:spcPct val="117000"/>
              </a:lnSpc>
              <a:spcBef>
                <a:spcPts val="0"/>
              </a:spcBef>
              <a:spcAft>
                <a:spcPts val="0"/>
              </a:spcAft>
              <a:buClr>
                <a:schemeClr val="lt1"/>
              </a:buClr>
              <a:buSzPts val="2400"/>
              <a:buFont typeface="Arial"/>
              <a:buNone/>
              <a:defRPr sz="2400">
                <a:solidFill>
                  <a:schemeClr val="lt1"/>
                </a:solidFill>
              </a:defRPr>
            </a:lvl3pPr>
            <a:lvl4pPr indent="-228600" lvl="3" marL="1828800" algn="l">
              <a:lnSpc>
                <a:spcPct val="117000"/>
              </a:lnSpc>
              <a:spcBef>
                <a:spcPts val="0"/>
              </a:spcBef>
              <a:spcAft>
                <a:spcPts val="0"/>
              </a:spcAft>
              <a:buClr>
                <a:schemeClr val="lt1"/>
              </a:buClr>
              <a:buSzPts val="2400"/>
              <a:buFont typeface="Arial"/>
              <a:buNone/>
              <a:defRPr sz="2400">
                <a:solidFill>
                  <a:schemeClr val="lt1"/>
                </a:solidFill>
              </a:defRPr>
            </a:lvl4pPr>
            <a:lvl5pPr indent="-228600" lvl="4" marL="2286000" algn="l">
              <a:lnSpc>
                <a:spcPct val="117000"/>
              </a:lnSpc>
              <a:spcBef>
                <a:spcPts val="0"/>
              </a:spcBef>
              <a:spcAft>
                <a:spcPts val="0"/>
              </a:spcAft>
              <a:buClr>
                <a:schemeClr val="lt1"/>
              </a:buClr>
              <a:buSzPts val="2400"/>
              <a:buFont typeface="Arial"/>
              <a:buNone/>
              <a:defRPr sz="2400">
                <a:solidFill>
                  <a:schemeClr val="lt1"/>
                </a:solidFill>
              </a:defRPr>
            </a:lvl5pPr>
            <a:lvl6pPr indent="-228600" lvl="5" marL="2743200" algn="l">
              <a:lnSpc>
                <a:spcPct val="117000"/>
              </a:lnSpc>
              <a:spcBef>
                <a:spcPts val="0"/>
              </a:spcBef>
              <a:spcAft>
                <a:spcPts val="0"/>
              </a:spcAft>
              <a:buClr>
                <a:schemeClr val="lt1"/>
              </a:buClr>
              <a:buSzPts val="2400"/>
              <a:buFont typeface="Arial"/>
              <a:buNone/>
              <a:defRPr sz="2400">
                <a:solidFill>
                  <a:schemeClr val="lt1"/>
                </a:solidFill>
              </a:defRPr>
            </a:lvl6pPr>
            <a:lvl7pPr indent="-228600" lvl="6" marL="3200400" algn="l">
              <a:lnSpc>
                <a:spcPct val="117000"/>
              </a:lnSpc>
              <a:spcBef>
                <a:spcPts val="0"/>
              </a:spcBef>
              <a:spcAft>
                <a:spcPts val="0"/>
              </a:spcAft>
              <a:buClr>
                <a:schemeClr val="lt1"/>
              </a:buClr>
              <a:buSzPts val="2400"/>
              <a:buFont typeface="Arial"/>
              <a:buNone/>
              <a:defRPr sz="2400">
                <a:solidFill>
                  <a:schemeClr val="lt1"/>
                </a:solidFill>
              </a:defRPr>
            </a:lvl7pPr>
            <a:lvl8pPr indent="-228600" lvl="7" marL="3657600" algn="l">
              <a:lnSpc>
                <a:spcPct val="117000"/>
              </a:lnSpc>
              <a:spcBef>
                <a:spcPts val="0"/>
              </a:spcBef>
              <a:spcAft>
                <a:spcPts val="0"/>
              </a:spcAft>
              <a:buClr>
                <a:schemeClr val="lt1"/>
              </a:buClr>
              <a:buSzPts val="2400"/>
              <a:buFont typeface="Arial"/>
              <a:buNone/>
              <a:defRPr sz="2400">
                <a:solidFill>
                  <a:schemeClr val="lt1"/>
                </a:solidFill>
              </a:defRPr>
            </a:lvl8pPr>
            <a:lvl9pPr indent="-228600" lvl="8" marL="4114800" algn="l">
              <a:lnSpc>
                <a:spcPct val="117000"/>
              </a:lnSpc>
              <a:spcBef>
                <a:spcPts val="0"/>
              </a:spcBef>
              <a:spcAft>
                <a:spcPts val="0"/>
              </a:spcAft>
              <a:buClr>
                <a:schemeClr val="lt1"/>
              </a:buClr>
              <a:buSzPts val="2400"/>
              <a:buFont typeface="Arial"/>
              <a:buNone/>
              <a:defRPr sz="2400">
                <a:solidFill>
                  <a:schemeClr val="lt1"/>
                </a:solidFill>
              </a:defRPr>
            </a:lvl9pPr>
          </a:lstStyle>
          <a:p/>
        </p:txBody>
      </p:sp>
      <p:sp>
        <p:nvSpPr>
          <p:cNvPr id="153" name="Google Shape;153;p17"/>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17"/>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17"/>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6" name="Google Shape;156;p17"/>
          <p:cNvSpPr/>
          <p:nvPr>
            <p:ph idx="2" type="pic"/>
          </p:nvPr>
        </p:nvSpPr>
        <p:spPr>
          <a:xfrm>
            <a:off x="1" y="2492896"/>
            <a:ext cx="5814000" cy="3674789"/>
          </a:xfrm>
          <a:prstGeom prst="rect">
            <a:avLst/>
          </a:prstGeom>
          <a:noFill/>
          <a:ln>
            <a:noFill/>
          </a:ln>
        </p:spPr>
      </p:sp>
      <p:sp>
        <p:nvSpPr>
          <p:cNvPr id="157" name="Google Shape;157;p17"/>
          <p:cNvSpPr txBox="1"/>
          <p:nvPr>
            <p:ph idx="3" type="body"/>
          </p:nvPr>
        </p:nvSpPr>
        <p:spPr>
          <a:xfrm>
            <a:off x="552616" y="260648"/>
            <a:ext cx="11088000" cy="288000"/>
          </a:xfrm>
          <a:prstGeom prst="rect">
            <a:avLst/>
          </a:prstGeom>
          <a:noFill/>
          <a:ln>
            <a:noFill/>
          </a:ln>
        </p:spPr>
        <p:txBody>
          <a:bodyPr anchorCtr="0" anchor="b" bIns="7200" lIns="0" spcFirstLastPara="1" rIns="0" wrap="square" tIns="0">
            <a:noAutofit/>
          </a:bodyPr>
          <a:lstStyle>
            <a:lvl1pPr indent="-228600" lvl="0" marL="457200" algn="l">
              <a:lnSpc>
                <a:spcPct val="117000"/>
              </a:lnSpc>
              <a:spcBef>
                <a:spcPts val="0"/>
              </a:spcBef>
              <a:spcAft>
                <a:spcPts val="0"/>
              </a:spcAft>
              <a:buClr>
                <a:schemeClr val="dk1"/>
              </a:buClr>
              <a:buSzPts val="1400"/>
              <a:buFont typeface="Calibri"/>
              <a:buNone/>
              <a:defRPr b="0" sz="1400" u="sng">
                <a:solidFill>
                  <a:schemeClr val="dk1"/>
                </a:solidFill>
              </a:defRPr>
            </a:lvl1pPr>
            <a:lvl2pPr indent="-228600" lvl="1" marL="914400" algn="l">
              <a:lnSpc>
                <a:spcPct val="117000"/>
              </a:lnSpc>
              <a:spcBef>
                <a:spcPts val="0"/>
              </a:spcBef>
              <a:spcAft>
                <a:spcPts val="0"/>
              </a:spcAft>
              <a:buClr>
                <a:schemeClr val="dk1"/>
              </a:buClr>
              <a:buSzPts val="1400"/>
              <a:buFont typeface="Calibri"/>
              <a:buNone/>
              <a:defRPr b="0" sz="1400" u="none">
                <a:solidFill>
                  <a:schemeClr val="dk1"/>
                </a:solidFill>
              </a:defRPr>
            </a:lvl2pPr>
            <a:lvl3pPr indent="-228600" lvl="2" marL="1371600" algn="l">
              <a:lnSpc>
                <a:spcPct val="117000"/>
              </a:lnSpc>
              <a:spcBef>
                <a:spcPts val="0"/>
              </a:spcBef>
              <a:spcAft>
                <a:spcPts val="0"/>
              </a:spcAft>
              <a:buSzPts val="1400"/>
              <a:buFont typeface="Calibri"/>
              <a:buNone/>
              <a:defRPr b="0" sz="1400" u="none">
                <a:solidFill>
                  <a:schemeClr val="dk1"/>
                </a:solidFill>
              </a:defRPr>
            </a:lvl3pPr>
            <a:lvl4pPr indent="-228600" lvl="3" marL="1828800" algn="l">
              <a:lnSpc>
                <a:spcPct val="117000"/>
              </a:lnSpc>
              <a:spcBef>
                <a:spcPts val="0"/>
              </a:spcBef>
              <a:spcAft>
                <a:spcPts val="0"/>
              </a:spcAft>
              <a:buSzPts val="1400"/>
              <a:buFont typeface="Calibri"/>
              <a:buNone/>
              <a:defRPr b="0" sz="1400" u="none">
                <a:solidFill>
                  <a:schemeClr val="dk1"/>
                </a:solidFill>
              </a:defRPr>
            </a:lvl4pPr>
            <a:lvl5pPr indent="-228600" lvl="4" marL="2286000" algn="l">
              <a:lnSpc>
                <a:spcPct val="117000"/>
              </a:lnSpc>
              <a:spcBef>
                <a:spcPts val="0"/>
              </a:spcBef>
              <a:spcAft>
                <a:spcPts val="0"/>
              </a:spcAft>
              <a:buSzPts val="1400"/>
              <a:buFont typeface="Calibri"/>
              <a:buNone/>
              <a:defRPr b="0" sz="1400" u="none">
                <a:solidFill>
                  <a:schemeClr val="dk1"/>
                </a:solidFill>
              </a:defRPr>
            </a:lvl5pPr>
            <a:lvl6pPr indent="-228600" lvl="5" marL="2743200" algn="l">
              <a:lnSpc>
                <a:spcPct val="117000"/>
              </a:lnSpc>
              <a:spcBef>
                <a:spcPts val="0"/>
              </a:spcBef>
              <a:spcAft>
                <a:spcPts val="0"/>
              </a:spcAft>
              <a:buSzPts val="1400"/>
              <a:buFont typeface="Calibri"/>
              <a:buNone/>
              <a:defRPr b="0" sz="1400" u="none">
                <a:solidFill>
                  <a:schemeClr val="dk1"/>
                </a:solidFill>
              </a:defRPr>
            </a:lvl6pPr>
            <a:lvl7pPr indent="-228600" lvl="6" marL="3200400" algn="l">
              <a:lnSpc>
                <a:spcPct val="117000"/>
              </a:lnSpc>
              <a:spcBef>
                <a:spcPts val="0"/>
              </a:spcBef>
              <a:spcAft>
                <a:spcPts val="0"/>
              </a:spcAft>
              <a:buClr>
                <a:schemeClr val="dk1"/>
              </a:buClr>
              <a:buSzPts val="1400"/>
              <a:buFont typeface="Calibri"/>
              <a:buNone/>
              <a:defRPr b="0" sz="1400" u="none">
                <a:solidFill>
                  <a:schemeClr val="dk1"/>
                </a:solidFill>
              </a:defRPr>
            </a:lvl7pPr>
            <a:lvl8pPr indent="-228600" lvl="7" marL="3657600" algn="l">
              <a:lnSpc>
                <a:spcPct val="117000"/>
              </a:lnSpc>
              <a:spcBef>
                <a:spcPts val="0"/>
              </a:spcBef>
              <a:spcAft>
                <a:spcPts val="0"/>
              </a:spcAft>
              <a:buClr>
                <a:schemeClr val="dk1"/>
              </a:buClr>
              <a:buSzPts val="1400"/>
              <a:buFont typeface="Calibri"/>
              <a:buNone/>
              <a:defRPr b="0" sz="1400" u="none">
                <a:solidFill>
                  <a:schemeClr val="dk1"/>
                </a:solidFill>
              </a:defRPr>
            </a:lvl8pPr>
            <a:lvl9pPr indent="-228600" lvl="8" marL="4114800" algn="l">
              <a:lnSpc>
                <a:spcPct val="117000"/>
              </a:lnSpc>
              <a:spcBef>
                <a:spcPts val="0"/>
              </a:spcBef>
              <a:spcAft>
                <a:spcPts val="0"/>
              </a:spcAft>
              <a:buClr>
                <a:schemeClr val="dk1"/>
              </a:buClr>
              <a:buSzPts val="1400"/>
              <a:buFont typeface="Calibri"/>
              <a:buNone/>
              <a:defRPr b="0" sz="1400" u="none">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elle und Text">
  <p:cSld name="Tabelle und Text">
    <p:spTree>
      <p:nvGrpSpPr>
        <p:cNvPr id="158" name="Shape 158"/>
        <p:cNvGrpSpPr/>
        <p:nvPr/>
      </p:nvGrpSpPr>
      <p:grpSpPr>
        <a:xfrm>
          <a:off x="0" y="0"/>
          <a:ext cx="0" cy="0"/>
          <a:chOff x="0" y="0"/>
          <a:chExt cx="0" cy="0"/>
        </a:xfrm>
      </p:grpSpPr>
      <p:sp>
        <p:nvSpPr>
          <p:cNvPr id="159" name="Google Shape;159;p18"/>
          <p:cNvSpPr txBox="1"/>
          <p:nvPr>
            <p:ph type="title"/>
          </p:nvPr>
        </p:nvSpPr>
        <p:spPr>
          <a:xfrm>
            <a:off x="551384" y="620792"/>
            <a:ext cx="11088000" cy="864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8"/>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18"/>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3" name="Google Shape;163;p18"/>
          <p:cNvSpPr txBox="1"/>
          <p:nvPr>
            <p:ph idx="1" type="body"/>
          </p:nvPr>
        </p:nvSpPr>
        <p:spPr>
          <a:xfrm>
            <a:off x="552616" y="260648"/>
            <a:ext cx="11088000" cy="288000"/>
          </a:xfrm>
          <a:prstGeom prst="rect">
            <a:avLst/>
          </a:prstGeom>
          <a:noFill/>
          <a:ln>
            <a:noFill/>
          </a:ln>
        </p:spPr>
        <p:txBody>
          <a:bodyPr anchorCtr="0" anchor="b" bIns="7200" lIns="0" spcFirstLastPara="1" rIns="0" wrap="square" tIns="0">
            <a:noAutofit/>
          </a:bodyPr>
          <a:lstStyle>
            <a:lvl1pPr indent="-228600" lvl="0" marL="457200" algn="l">
              <a:lnSpc>
                <a:spcPct val="117000"/>
              </a:lnSpc>
              <a:spcBef>
                <a:spcPts val="0"/>
              </a:spcBef>
              <a:spcAft>
                <a:spcPts val="0"/>
              </a:spcAft>
              <a:buClr>
                <a:schemeClr val="dk1"/>
              </a:buClr>
              <a:buSzPts val="1400"/>
              <a:buFont typeface="Calibri"/>
              <a:buNone/>
              <a:defRPr b="0" sz="1400" u="sng">
                <a:solidFill>
                  <a:schemeClr val="dk1"/>
                </a:solidFill>
              </a:defRPr>
            </a:lvl1pPr>
            <a:lvl2pPr indent="-228600" lvl="1" marL="914400" algn="l">
              <a:lnSpc>
                <a:spcPct val="117000"/>
              </a:lnSpc>
              <a:spcBef>
                <a:spcPts val="0"/>
              </a:spcBef>
              <a:spcAft>
                <a:spcPts val="0"/>
              </a:spcAft>
              <a:buClr>
                <a:schemeClr val="dk1"/>
              </a:buClr>
              <a:buSzPts val="1400"/>
              <a:buFont typeface="Calibri"/>
              <a:buNone/>
              <a:defRPr b="0" sz="1400" u="none">
                <a:solidFill>
                  <a:schemeClr val="dk1"/>
                </a:solidFill>
              </a:defRPr>
            </a:lvl2pPr>
            <a:lvl3pPr indent="-228600" lvl="2" marL="1371600" algn="l">
              <a:lnSpc>
                <a:spcPct val="117000"/>
              </a:lnSpc>
              <a:spcBef>
                <a:spcPts val="0"/>
              </a:spcBef>
              <a:spcAft>
                <a:spcPts val="0"/>
              </a:spcAft>
              <a:buSzPts val="1400"/>
              <a:buFont typeface="Calibri"/>
              <a:buNone/>
              <a:defRPr b="0" sz="1400" u="none">
                <a:solidFill>
                  <a:schemeClr val="dk1"/>
                </a:solidFill>
              </a:defRPr>
            </a:lvl3pPr>
            <a:lvl4pPr indent="-228600" lvl="3" marL="1828800" algn="l">
              <a:lnSpc>
                <a:spcPct val="117000"/>
              </a:lnSpc>
              <a:spcBef>
                <a:spcPts val="0"/>
              </a:spcBef>
              <a:spcAft>
                <a:spcPts val="0"/>
              </a:spcAft>
              <a:buSzPts val="1400"/>
              <a:buFont typeface="Calibri"/>
              <a:buNone/>
              <a:defRPr b="0" sz="1400" u="none">
                <a:solidFill>
                  <a:schemeClr val="dk1"/>
                </a:solidFill>
              </a:defRPr>
            </a:lvl4pPr>
            <a:lvl5pPr indent="-228600" lvl="4" marL="2286000" algn="l">
              <a:lnSpc>
                <a:spcPct val="117000"/>
              </a:lnSpc>
              <a:spcBef>
                <a:spcPts val="0"/>
              </a:spcBef>
              <a:spcAft>
                <a:spcPts val="0"/>
              </a:spcAft>
              <a:buSzPts val="1400"/>
              <a:buFont typeface="Calibri"/>
              <a:buNone/>
              <a:defRPr b="0" sz="1400" u="none">
                <a:solidFill>
                  <a:schemeClr val="dk1"/>
                </a:solidFill>
              </a:defRPr>
            </a:lvl5pPr>
            <a:lvl6pPr indent="-228600" lvl="5" marL="2743200" algn="l">
              <a:lnSpc>
                <a:spcPct val="117000"/>
              </a:lnSpc>
              <a:spcBef>
                <a:spcPts val="0"/>
              </a:spcBef>
              <a:spcAft>
                <a:spcPts val="0"/>
              </a:spcAft>
              <a:buSzPts val="1400"/>
              <a:buFont typeface="Calibri"/>
              <a:buNone/>
              <a:defRPr b="0" sz="1400" u="none">
                <a:solidFill>
                  <a:schemeClr val="dk1"/>
                </a:solidFill>
              </a:defRPr>
            </a:lvl6pPr>
            <a:lvl7pPr indent="-228600" lvl="6" marL="3200400" algn="l">
              <a:lnSpc>
                <a:spcPct val="117000"/>
              </a:lnSpc>
              <a:spcBef>
                <a:spcPts val="0"/>
              </a:spcBef>
              <a:spcAft>
                <a:spcPts val="0"/>
              </a:spcAft>
              <a:buClr>
                <a:schemeClr val="dk1"/>
              </a:buClr>
              <a:buSzPts val="1400"/>
              <a:buFont typeface="Calibri"/>
              <a:buNone/>
              <a:defRPr b="0" sz="1400" u="none">
                <a:solidFill>
                  <a:schemeClr val="dk1"/>
                </a:solidFill>
              </a:defRPr>
            </a:lvl7pPr>
            <a:lvl8pPr indent="-228600" lvl="7" marL="3657600" algn="l">
              <a:lnSpc>
                <a:spcPct val="117000"/>
              </a:lnSpc>
              <a:spcBef>
                <a:spcPts val="0"/>
              </a:spcBef>
              <a:spcAft>
                <a:spcPts val="0"/>
              </a:spcAft>
              <a:buClr>
                <a:schemeClr val="dk1"/>
              </a:buClr>
              <a:buSzPts val="1400"/>
              <a:buFont typeface="Calibri"/>
              <a:buNone/>
              <a:defRPr b="0" sz="1400" u="none">
                <a:solidFill>
                  <a:schemeClr val="dk1"/>
                </a:solidFill>
              </a:defRPr>
            </a:lvl8pPr>
            <a:lvl9pPr indent="-228600" lvl="8" marL="4114800" algn="l">
              <a:lnSpc>
                <a:spcPct val="117000"/>
              </a:lnSpc>
              <a:spcBef>
                <a:spcPts val="0"/>
              </a:spcBef>
              <a:spcAft>
                <a:spcPts val="0"/>
              </a:spcAft>
              <a:buClr>
                <a:schemeClr val="dk1"/>
              </a:buClr>
              <a:buSzPts val="1400"/>
              <a:buFont typeface="Calibri"/>
              <a:buNone/>
              <a:defRPr b="0" sz="1400" u="none">
                <a:solidFill>
                  <a:schemeClr val="dk1"/>
                </a:solidFill>
              </a:defRPr>
            </a:lvl9pPr>
          </a:lstStyle>
          <a:p/>
        </p:txBody>
      </p:sp>
      <p:sp>
        <p:nvSpPr>
          <p:cNvPr id="164" name="Google Shape;164;p18"/>
          <p:cNvSpPr txBox="1"/>
          <p:nvPr>
            <p:ph idx="2" type="body"/>
          </p:nvPr>
        </p:nvSpPr>
        <p:spPr>
          <a:xfrm>
            <a:off x="8184232" y="1701254"/>
            <a:ext cx="3455318" cy="4464050"/>
          </a:xfrm>
          <a:prstGeom prst="rect">
            <a:avLst/>
          </a:prstGeom>
          <a:noFill/>
          <a:ln>
            <a:noFill/>
          </a:ln>
        </p:spPr>
        <p:txBody>
          <a:bodyPr anchorCtr="0" anchor="t" bIns="0" lIns="0" spcFirstLastPara="1" rIns="0" wrap="square" tIns="18000">
            <a:noAutofit/>
          </a:bodyPr>
          <a:lstStyle>
            <a:lvl1pPr indent="-228600" lvl="0" marL="457200" algn="l">
              <a:lnSpc>
                <a:spcPct val="117000"/>
              </a:lnSpc>
              <a:spcBef>
                <a:spcPts val="0"/>
              </a:spcBef>
              <a:spcAft>
                <a:spcPts val="0"/>
              </a:spcAft>
              <a:buClr>
                <a:schemeClr val="dk1"/>
              </a:buClr>
              <a:buSzPts val="1800"/>
              <a:buNone/>
              <a:defRPr/>
            </a:lvl1pPr>
            <a:lvl2pPr indent="-228600" lvl="1" marL="914400" algn="l">
              <a:lnSpc>
                <a:spcPct val="117000"/>
              </a:lnSpc>
              <a:spcBef>
                <a:spcPts val="1400"/>
              </a:spcBef>
              <a:spcAft>
                <a:spcPts val="0"/>
              </a:spcAft>
              <a:buClr>
                <a:schemeClr val="accent5"/>
              </a:buClr>
              <a:buSzPts val="1800"/>
              <a:buNone/>
              <a:defRPr/>
            </a:lvl2pPr>
            <a:lvl3pPr indent="-342900" lvl="2" marL="1371600" algn="l">
              <a:lnSpc>
                <a:spcPct val="117000"/>
              </a:lnSpc>
              <a:spcBef>
                <a:spcPts val="1200"/>
              </a:spcBef>
              <a:spcAft>
                <a:spcPts val="0"/>
              </a:spcAft>
              <a:buSzPts val="1800"/>
              <a:buAutoNum type="arabicPeriod"/>
              <a:defRPr/>
            </a:lvl3pPr>
            <a:lvl4pPr indent="-342900" lvl="3" marL="1828800" algn="l">
              <a:lnSpc>
                <a:spcPct val="117000"/>
              </a:lnSpc>
              <a:spcBef>
                <a:spcPts val="0"/>
              </a:spcBef>
              <a:spcAft>
                <a:spcPts val="0"/>
              </a:spcAft>
              <a:buSzPts val="1800"/>
              <a:buChar char="•"/>
              <a:defRPr/>
            </a:lvl4pPr>
            <a:lvl5pPr indent="-342900" lvl="4" marL="2286000" algn="l">
              <a:lnSpc>
                <a:spcPct val="117000"/>
              </a:lnSpc>
              <a:spcBef>
                <a:spcPts val="0"/>
              </a:spcBef>
              <a:spcAft>
                <a:spcPts val="0"/>
              </a:spcAft>
              <a:buSzPts val="1800"/>
              <a:buChar char="•"/>
              <a:defRPr/>
            </a:lvl5pPr>
            <a:lvl6pPr indent="-342900" lvl="5" marL="2743200" algn="l">
              <a:lnSpc>
                <a:spcPct val="117000"/>
              </a:lnSpc>
              <a:spcBef>
                <a:spcPts val="0"/>
              </a:spcBef>
              <a:spcAft>
                <a:spcPts val="0"/>
              </a:spcAft>
              <a:buSzPts val="1800"/>
              <a:buChar char="•"/>
              <a:defRPr/>
            </a:lvl6pPr>
            <a:lvl7pPr indent="-228600" lvl="6" marL="3200400" algn="l">
              <a:lnSpc>
                <a:spcPct val="117000"/>
              </a:lnSpc>
              <a:spcBef>
                <a:spcPts val="0"/>
              </a:spcBef>
              <a:spcAft>
                <a:spcPts val="0"/>
              </a:spcAft>
              <a:buClr>
                <a:schemeClr val="dk1"/>
              </a:buClr>
              <a:buSzPts val="1800"/>
              <a:buNone/>
              <a:defRPr/>
            </a:lvl7pPr>
            <a:lvl8pPr indent="-228600" lvl="7" marL="3657600" algn="l">
              <a:lnSpc>
                <a:spcPct val="117000"/>
              </a:lnSpc>
              <a:spcBef>
                <a:spcPts val="0"/>
              </a:spcBef>
              <a:spcAft>
                <a:spcPts val="0"/>
              </a:spcAft>
              <a:buClr>
                <a:schemeClr val="dk1"/>
              </a:buClr>
              <a:buSzPts val="1800"/>
              <a:buNone/>
              <a:defRPr/>
            </a:lvl8pPr>
            <a:lvl9pPr indent="-228600" lvl="8" marL="4114800" algn="l">
              <a:lnSpc>
                <a:spcPct val="117000"/>
              </a:lnSpc>
              <a:spcBef>
                <a:spcPts val="0"/>
              </a:spcBef>
              <a:spcAft>
                <a:spcPts val="0"/>
              </a:spcAft>
              <a:buClr>
                <a:schemeClr val="dk1"/>
              </a:buClr>
              <a:buSzPts val="1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Bilder">
  <p:cSld name="3 Bilder">
    <p:spTree>
      <p:nvGrpSpPr>
        <p:cNvPr id="165" name="Shape 165"/>
        <p:cNvGrpSpPr/>
        <p:nvPr/>
      </p:nvGrpSpPr>
      <p:grpSpPr>
        <a:xfrm>
          <a:off x="0" y="0"/>
          <a:ext cx="0" cy="0"/>
          <a:chOff x="0" y="0"/>
          <a:chExt cx="0" cy="0"/>
        </a:xfrm>
      </p:grpSpPr>
      <p:sp>
        <p:nvSpPr>
          <p:cNvPr id="166" name="Google Shape;166;p19"/>
          <p:cNvSpPr txBox="1"/>
          <p:nvPr>
            <p:ph type="title"/>
          </p:nvPr>
        </p:nvSpPr>
        <p:spPr>
          <a:xfrm>
            <a:off x="551384" y="620792"/>
            <a:ext cx="11088000" cy="864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19"/>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19"/>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19"/>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0" name="Google Shape;170;p19"/>
          <p:cNvSpPr/>
          <p:nvPr>
            <p:ph idx="2" type="pic"/>
          </p:nvPr>
        </p:nvSpPr>
        <p:spPr>
          <a:xfrm>
            <a:off x="551384" y="1845144"/>
            <a:ext cx="3457575" cy="2880000"/>
          </a:xfrm>
          <a:prstGeom prst="rect">
            <a:avLst/>
          </a:prstGeom>
          <a:noFill/>
          <a:ln>
            <a:noFill/>
          </a:ln>
        </p:spPr>
      </p:sp>
      <p:sp>
        <p:nvSpPr>
          <p:cNvPr id="171" name="Google Shape;171;p19"/>
          <p:cNvSpPr txBox="1"/>
          <p:nvPr>
            <p:ph idx="1" type="body"/>
          </p:nvPr>
        </p:nvSpPr>
        <p:spPr>
          <a:xfrm>
            <a:off x="551384" y="4797152"/>
            <a:ext cx="3457575" cy="1368698"/>
          </a:xfrm>
          <a:prstGeom prst="rect">
            <a:avLst/>
          </a:prstGeom>
          <a:noFill/>
          <a:ln>
            <a:noFill/>
          </a:ln>
        </p:spPr>
        <p:txBody>
          <a:bodyPr anchorCtr="0" anchor="t" bIns="0" lIns="0" spcFirstLastPara="1" rIns="0" wrap="square" tIns="18000">
            <a:noAutofit/>
          </a:bodyPr>
          <a:lstStyle>
            <a:lvl1pPr indent="-228600" lvl="0" marL="457200" algn="l">
              <a:lnSpc>
                <a:spcPct val="117000"/>
              </a:lnSpc>
              <a:spcBef>
                <a:spcPts val="0"/>
              </a:spcBef>
              <a:spcAft>
                <a:spcPts val="0"/>
              </a:spcAft>
              <a:buClr>
                <a:schemeClr val="accent4"/>
              </a:buClr>
              <a:buSzPts val="1400"/>
              <a:buNone/>
              <a:defRPr b="0" sz="1400">
                <a:solidFill>
                  <a:schemeClr val="accent4"/>
                </a:solidFill>
              </a:defRPr>
            </a:lvl1pPr>
            <a:lvl2pPr indent="-228600" lvl="1" marL="914400" algn="l">
              <a:lnSpc>
                <a:spcPct val="117000"/>
              </a:lnSpc>
              <a:spcBef>
                <a:spcPts val="0"/>
              </a:spcBef>
              <a:spcAft>
                <a:spcPts val="0"/>
              </a:spcAft>
              <a:buClr>
                <a:schemeClr val="accent4"/>
              </a:buClr>
              <a:buSzPts val="1400"/>
              <a:buFont typeface="Calibri"/>
              <a:buNone/>
              <a:defRPr b="0" sz="1400">
                <a:solidFill>
                  <a:schemeClr val="accent4"/>
                </a:solidFill>
              </a:defRPr>
            </a:lvl2pPr>
            <a:lvl3pPr indent="-228600" lvl="2" marL="1371600" algn="l">
              <a:lnSpc>
                <a:spcPct val="117000"/>
              </a:lnSpc>
              <a:spcBef>
                <a:spcPts val="0"/>
              </a:spcBef>
              <a:spcAft>
                <a:spcPts val="0"/>
              </a:spcAft>
              <a:buSzPts val="1400"/>
              <a:buFont typeface="Calibri"/>
              <a:buNone/>
              <a:defRPr b="0" sz="1400">
                <a:solidFill>
                  <a:schemeClr val="accent4"/>
                </a:solidFill>
              </a:defRPr>
            </a:lvl3pPr>
            <a:lvl4pPr indent="-228600" lvl="3" marL="1828800" algn="l">
              <a:lnSpc>
                <a:spcPct val="117000"/>
              </a:lnSpc>
              <a:spcBef>
                <a:spcPts val="0"/>
              </a:spcBef>
              <a:spcAft>
                <a:spcPts val="0"/>
              </a:spcAft>
              <a:buSzPts val="1400"/>
              <a:buFont typeface="Calibri"/>
              <a:buNone/>
              <a:defRPr b="0" sz="1400">
                <a:solidFill>
                  <a:schemeClr val="accent4"/>
                </a:solidFill>
              </a:defRPr>
            </a:lvl4pPr>
            <a:lvl5pPr indent="-228600" lvl="4" marL="2286000" algn="l">
              <a:lnSpc>
                <a:spcPct val="117000"/>
              </a:lnSpc>
              <a:spcBef>
                <a:spcPts val="0"/>
              </a:spcBef>
              <a:spcAft>
                <a:spcPts val="0"/>
              </a:spcAft>
              <a:buSzPts val="1400"/>
              <a:buFont typeface="Calibri"/>
              <a:buNone/>
              <a:defRPr b="0" sz="1400">
                <a:solidFill>
                  <a:schemeClr val="accent4"/>
                </a:solidFill>
              </a:defRPr>
            </a:lvl5pPr>
            <a:lvl6pPr indent="-342900" lvl="5" marL="2743200" algn="l">
              <a:lnSpc>
                <a:spcPct val="117000"/>
              </a:lnSpc>
              <a:spcBef>
                <a:spcPts val="0"/>
              </a:spcBef>
              <a:spcAft>
                <a:spcPts val="0"/>
              </a:spcAft>
              <a:buSzPts val="1800"/>
              <a:buChar char="•"/>
              <a:defRPr/>
            </a:lvl6pPr>
            <a:lvl7pPr indent="-228600" lvl="6" marL="3200400" algn="l">
              <a:lnSpc>
                <a:spcPct val="117000"/>
              </a:lnSpc>
              <a:spcBef>
                <a:spcPts val="0"/>
              </a:spcBef>
              <a:spcAft>
                <a:spcPts val="0"/>
              </a:spcAft>
              <a:buClr>
                <a:schemeClr val="dk1"/>
              </a:buClr>
              <a:buSzPts val="1800"/>
              <a:buNone/>
              <a:defRPr/>
            </a:lvl7pPr>
            <a:lvl8pPr indent="-228600" lvl="7" marL="3657600" algn="l">
              <a:lnSpc>
                <a:spcPct val="117000"/>
              </a:lnSpc>
              <a:spcBef>
                <a:spcPts val="0"/>
              </a:spcBef>
              <a:spcAft>
                <a:spcPts val="0"/>
              </a:spcAft>
              <a:buClr>
                <a:schemeClr val="dk1"/>
              </a:buClr>
              <a:buSzPts val="1800"/>
              <a:buNone/>
              <a:defRPr/>
            </a:lvl8pPr>
            <a:lvl9pPr indent="-228600" lvl="8" marL="4114800" algn="l">
              <a:lnSpc>
                <a:spcPct val="117000"/>
              </a:lnSpc>
              <a:spcBef>
                <a:spcPts val="0"/>
              </a:spcBef>
              <a:spcAft>
                <a:spcPts val="0"/>
              </a:spcAft>
              <a:buClr>
                <a:schemeClr val="dk1"/>
              </a:buClr>
              <a:buSzPts val="1800"/>
              <a:buNone/>
              <a:defRPr/>
            </a:lvl9pPr>
          </a:lstStyle>
          <a:p/>
        </p:txBody>
      </p:sp>
      <p:sp>
        <p:nvSpPr>
          <p:cNvPr id="172" name="Google Shape;172;p19"/>
          <p:cNvSpPr/>
          <p:nvPr>
            <p:ph idx="3" type="pic"/>
          </p:nvPr>
        </p:nvSpPr>
        <p:spPr>
          <a:xfrm>
            <a:off x="4366617" y="1845144"/>
            <a:ext cx="3457575" cy="2880000"/>
          </a:xfrm>
          <a:prstGeom prst="rect">
            <a:avLst/>
          </a:prstGeom>
          <a:noFill/>
          <a:ln>
            <a:noFill/>
          </a:ln>
        </p:spPr>
      </p:sp>
      <p:sp>
        <p:nvSpPr>
          <p:cNvPr id="173" name="Google Shape;173;p19"/>
          <p:cNvSpPr txBox="1"/>
          <p:nvPr>
            <p:ph idx="4" type="body"/>
          </p:nvPr>
        </p:nvSpPr>
        <p:spPr>
          <a:xfrm>
            <a:off x="4367808" y="4797152"/>
            <a:ext cx="3457575" cy="1368698"/>
          </a:xfrm>
          <a:prstGeom prst="rect">
            <a:avLst/>
          </a:prstGeom>
          <a:noFill/>
          <a:ln>
            <a:noFill/>
          </a:ln>
        </p:spPr>
        <p:txBody>
          <a:bodyPr anchorCtr="0" anchor="t" bIns="0" lIns="0" spcFirstLastPara="1" rIns="0" wrap="square" tIns="18000">
            <a:noAutofit/>
          </a:bodyPr>
          <a:lstStyle>
            <a:lvl1pPr indent="-228600" lvl="0" marL="457200" algn="l">
              <a:lnSpc>
                <a:spcPct val="117000"/>
              </a:lnSpc>
              <a:spcBef>
                <a:spcPts val="0"/>
              </a:spcBef>
              <a:spcAft>
                <a:spcPts val="0"/>
              </a:spcAft>
              <a:buClr>
                <a:schemeClr val="accent4"/>
              </a:buClr>
              <a:buSzPts val="1400"/>
              <a:buNone/>
              <a:defRPr b="0" sz="1400">
                <a:solidFill>
                  <a:schemeClr val="accent4"/>
                </a:solidFill>
              </a:defRPr>
            </a:lvl1pPr>
            <a:lvl2pPr indent="-228600" lvl="1" marL="914400" algn="l">
              <a:lnSpc>
                <a:spcPct val="117000"/>
              </a:lnSpc>
              <a:spcBef>
                <a:spcPts val="0"/>
              </a:spcBef>
              <a:spcAft>
                <a:spcPts val="0"/>
              </a:spcAft>
              <a:buClr>
                <a:schemeClr val="accent4"/>
              </a:buClr>
              <a:buSzPts val="1400"/>
              <a:buFont typeface="Calibri"/>
              <a:buNone/>
              <a:defRPr b="0" sz="1400">
                <a:solidFill>
                  <a:schemeClr val="accent4"/>
                </a:solidFill>
              </a:defRPr>
            </a:lvl2pPr>
            <a:lvl3pPr indent="-228600" lvl="2" marL="1371600" algn="l">
              <a:lnSpc>
                <a:spcPct val="117000"/>
              </a:lnSpc>
              <a:spcBef>
                <a:spcPts val="0"/>
              </a:spcBef>
              <a:spcAft>
                <a:spcPts val="0"/>
              </a:spcAft>
              <a:buSzPts val="1400"/>
              <a:buFont typeface="Calibri"/>
              <a:buNone/>
              <a:defRPr b="0" sz="1400">
                <a:solidFill>
                  <a:schemeClr val="accent4"/>
                </a:solidFill>
              </a:defRPr>
            </a:lvl3pPr>
            <a:lvl4pPr indent="-228600" lvl="3" marL="1828800" algn="l">
              <a:lnSpc>
                <a:spcPct val="117000"/>
              </a:lnSpc>
              <a:spcBef>
                <a:spcPts val="0"/>
              </a:spcBef>
              <a:spcAft>
                <a:spcPts val="0"/>
              </a:spcAft>
              <a:buSzPts val="1400"/>
              <a:buFont typeface="Calibri"/>
              <a:buNone/>
              <a:defRPr b="0" sz="1400">
                <a:solidFill>
                  <a:schemeClr val="accent4"/>
                </a:solidFill>
              </a:defRPr>
            </a:lvl4pPr>
            <a:lvl5pPr indent="-228600" lvl="4" marL="2286000" algn="l">
              <a:lnSpc>
                <a:spcPct val="117000"/>
              </a:lnSpc>
              <a:spcBef>
                <a:spcPts val="0"/>
              </a:spcBef>
              <a:spcAft>
                <a:spcPts val="0"/>
              </a:spcAft>
              <a:buSzPts val="1400"/>
              <a:buFont typeface="Calibri"/>
              <a:buNone/>
              <a:defRPr b="0" sz="1400">
                <a:solidFill>
                  <a:schemeClr val="accent4"/>
                </a:solidFill>
              </a:defRPr>
            </a:lvl5pPr>
            <a:lvl6pPr indent="-342900" lvl="5" marL="2743200" algn="l">
              <a:lnSpc>
                <a:spcPct val="117000"/>
              </a:lnSpc>
              <a:spcBef>
                <a:spcPts val="0"/>
              </a:spcBef>
              <a:spcAft>
                <a:spcPts val="0"/>
              </a:spcAft>
              <a:buSzPts val="1800"/>
              <a:buChar char="•"/>
              <a:defRPr/>
            </a:lvl6pPr>
            <a:lvl7pPr indent="-228600" lvl="6" marL="3200400" algn="l">
              <a:lnSpc>
                <a:spcPct val="117000"/>
              </a:lnSpc>
              <a:spcBef>
                <a:spcPts val="0"/>
              </a:spcBef>
              <a:spcAft>
                <a:spcPts val="0"/>
              </a:spcAft>
              <a:buClr>
                <a:schemeClr val="dk1"/>
              </a:buClr>
              <a:buSzPts val="1800"/>
              <a:buNone/>
              <a:defRPr/>
            </a:lvl7pPr>
            <a:lvl8pPr indent="-228600" lvl="7" marL="3657600" algn="l">
              <a:lnSpc>
                <a:spcPct val="117000"/>
              </a:lnSpc>
              <a:spcBef>
                <a:spcPts val="0"/>
              </a:spcBef>
              <a:spcAft>
                <a:spcPts val="0"/>
              </a:spcAft>
              <a:buClr>
                <a:schemeClr val="dk1"/>
              </a:buClr>
              <a:buSzPts val="1800"/>
              <a:buNone/>
              <a:defRPr/>
            </a:lvl8pPr>
            <a:lvl9pPr indent="-228600" lvl="8" marL="4114800" algn="l">
              <a:lnSpc>
                <a:spcPct val="117000"/>
              </a:lnSpc>
              <a:spcBef>
                <a:spcPts val="0"/>
              </a:spcBef>
              <a:spcAft>
                <a:spcPts val="0"/>
              </a:spcAft>
              <a:buClr>
                <a:schemeClr val="dk1"/>
              </a:buClr>
              <a:buSzPts val="1800"/>
              <a:buNone/>
              <a:defRPr/>
            </a:lvl9pPr>
          </a:lstStyle>
          <a:p/>
        </p:txBody>
      </p:sp>
      <p:sp>
        <p:nvSpPr>
          <p:cNvPr id="174" name="Google Shape;174;p19"/>
          <p:cNvSpPr/>
          <p:nvPr>
            <p:ph idx="5" type="pic"/>
          </p:nvPr>
        </p:nvSpPr>
        <p:spPr>
          <a:xfrm>
            <a:off x="8183041" y="1845144"/>
            <a:ext cx="3457575" cy="2880000"/>
          </a:xfrm>
          <a:prstGeom prst="rect">
            <a:avLst/>
          </a:prstGeom>
          <a:noFill/>
          <a:ln>
            <a:noFill/>
          </a:ln>
        </p:spPr>
      </p:sp>
      <p:sp>
        <p:nvSpPr>
          <p:cNvPr id="175" name="Google Shape;175;p19"/>
          <p:cNvSpPr txBox="1"/>
          <p:nvPr>
            <p:ph idx="6" type="body"/>
          </p:nvPr>
        </p:nvSpPr>
        <p:spPr>
          <a:xfrm>
            <a:off x="8184232" y="4797152"/>
            <a:ext cx="3457575" cy="1368698"/>
          </a:xfrm>
          <a:prstGeom prst="rect">
            <a:avLst/>
          </a:prstGeom>
          <a:noFill/>
          <a:ln>
            <a:noFill/>
          </a:ln>
        </p:spPr>
        <p:txBody>
          <a:bodyPr anchorCtr="0" anchor="t" bIns="0" lIns="0" spcFirstLastPara="1" rIns="0" wrap="square" tIns="18000">
            <a:noAutofit/>
          </a:bodyPr>
          <a:lstStyle>
            <a:lvl1pPr indent="-228600" lvl="0" marL="457200" algn="l">
              <a:lnSpc>
                <a:spcPct val="117000"/>
              </a:lnSpc>
              <a:spcBef>
                <a:spcPts val="0"/>
              </a:spcBef>
              <a:spcAft>
                <a:spcPts val="0"/>
              </a:spcAft>
              <a:buClr>
                <a:schemeClr val="accent4"/>
              </a:buClr>
              <a:buSzPts val="1400"/>
              <a:buNone/>
              <a:defRPr b="0" sz="1400">
                <a:solidFill>
                  <a:schemeClr val="accent4"/>
                </a:solidFill>
              </a:defRPr>
            </a:lvl1pPr>
            <a:lvl2pPr indent="-228600" lvl="1" marL="914400" algn="l">
              <a:lnSpc>
                <a:spcPct val="117000"/>
              </a:lnSpc>
              <a:spcBef>
                <a:spcPts val="0"/>
              </a:spcBef>
              <a:spcAft>
                <a:spcPts val="0"/>
              </a:spcAft>
              <a:buClr>
                <a:schemeClr val="accent4"/>
              </a:buClr>
              <a:buSzPts val="1400"/>
              <a:buFont typeface="Calibri"/>
              <a:buNone/>
              <a:defRPr b="0" sz="1400">
                <a:solidFill>
                  <a:schemeClr val="accent4"/>
                </a:solidFill>
              </a:defRPr>
            </a:lvl2pPr>
            <a:lvl3pPr indent="-228600" lvl="2" marL="1371600" algn="l">
              <a:lnSpc>
                <a:spcPct val="117000"/>
              </a:lnSpc>
              <a:spcBef>
                <a:spcPts val="0"/>
              </a:spcBef>
              <a:spcAft>
                <a:spcPts val="0"/>
              </a:spcAft>
              <a:buSzPts val="1400"/>
              <a:buFont typeface="Calibri"/>
              <a:buNone/>
              <a:defRPr b="0" sz="1400">
                <a:solidFill>
                  <a:schemeClr val="accent4"/>
                </a:solidFill>
              </a:defRPr>
            </a:lvl3pPr>
            <a:lvl4pPr indent="-228600" lvl="3" marL="1828800" algn="l">
              <a:lnSpc>
                <a:spcPct val="117000"/>
              </a:lnSpc>
              <a:spcBef>
                <a:spcPts val="0"/>
              </a:spcBef>
              <a:spcAft>
                <a:spcPts val="0"/>
              </a:spcAft>
              <a:buSzPts val="1400"/>
              <a:buFont typeface="Calibri"/>
              <a:buNone/>
              <a:defRPr b="0" sz="1400">
                <a:solidFill>
                  <a:schemeClr val="accent4"/>
                </a:solidFill>
              </a:defRPr>
            </a:lvl4pPr>
            <a:lvl5pPr indent="-228600" lvl="4" marL="2286000" algn="l">
              <a:lnSpc>
                <a:spcPct val="117000"/>
              </a:lnSpc>
              <a:spcBef>
                <a:spcPts val="0"/>
              </a:spcBef>
              <a:spcAft>
                <a:spcPts val="0"/>
              </a:spcAft>
              <a:buSzPts val="1400"/>
              <a:buFont typeface="Calibri"/>
              <a:buNone/>
              <a:defRPr b="0" sz="1400">
                <a:solidFill>
                  <a:schemeClr val="accent4"/>
                </a:solidFill>
              </a:defRPr>
            </a:lvl5pPr>
            <a:lvl6pPr indent="-342900" lvl="5" marL="2743200" algn="l">
              <a:lnSpc>
                <a:spcPct val="117000"/>
              </a:lnSpc>
              <a:spcBef>
                <a:spcPts val="0"/>
              </a:spcBef>
              <a:spcAft>
                <a:spcPts val="0"/>
              </a:spcAft>
              <a:buSzPts val="1800"/>
              <a:buChar char="•"/>
              <a:defRPr/>
            </a:lvl6pPr>
            <a:lvl7pPr indent="-228600" lvl="6" marL="3200400" algn="l">
              <a:lnSpc>
                <a:spcPct val="117000"/>
              </a:lnSpc>
              <a:spcBef>
                <a:spcPts val="0"/>
              </a:spcBef>
              <a:spcAft>
                <a:spcPts val="0"/>
              </a:spcAft>
              <a:buClr>
                <a:schemeClr val="dk1"/>
              </a:buClr>
              <a:buSzPts val="1800"/>
              <a:buNone/>
              <a:defRPr/>
            </a:lvl7pPr>
            <a:lvl8pPr indent="-228600" lvl="7" marL="3657600" algn="l">
              <a:lnSpc>
                <a:spcPct val="117000"/>
              </a:lnSpc>
              <a:spcBef>
                <a:spcPts val="0"/>
              </a:spcBef>
              <a:spcAft>
                <a:spcPts val="0"/>
              </a:spcAft>
              <a:buClr>
                <a:schemeClr val="dk1"/>
              </a:buClr>
              <a:buSzPts val="1800"/>
              <a:buNone/>
              <a:defRPr/>
            </a:lvl8pPr>
            <a:lvl9pPr indent="-228600" lvl="8" marL="4114800" algn="l">
              <a:lnSpc>
                <a:spcPct val="117000"/>
              </a:lnSpc>
              <a:spcBef>
                <a:spcPts val="0"/>
              </a:spcBef>
              <a:spcAft>
                <a:spcPts val="0"/>
              </a:spcAft>
              <a:buClr>
                <a:schemeClr val="dk1"/>
              </a:buClr>
              <a:buSzPts val="1800"/>
              <a:buNone/>
              <a:defRPr/>
            </a:lvl9pPr>
          </a:lstStyle>
          <a:p/>
        </p:txBody>
      </p:sp>
      <p:sp>
        <p:nvSpPr>
          <p:cNvPr id="176" name="Google Shape;176;p19"/>
          <p:cNvSpPr txBox="1"/>
          <p:nvPr>
            <p:ph idx="7" type="body"/>
          </p:nvPr>
        </p:nvSpPr>
        <p:spPr>
          <a:xfrm>
            <a:off x="552616" y="260648"/>
            <a:ext cx="11088000" cy="288000"/>
          </a:xfrm>
          <a:prstGeom prst="rect">
            <a:avLst/>
          </a:prstGeom>
          <a:noFill/>
          <a:ln>
            <a:noFill/>
          </a:ln>
        </p:spPr>
        <p:txBody>
          <a:bodyPr anchorCtr="0" anchor="b" bIns="7200" lIns="0" spcFirstLastPara="1" rIns="0" wrap="square" tIns="0">
            <a:noAutofit/>
          </a:bodyPr>
          <a:lstStyle>
            <a:lvl1pPr indent="-228600" lvl="0" marL="457200" algn="l">
              <a:lnSpc>
                <a:spcPct val="117000"/>
              </a:lnSpc>
              <a:spcBef>
                <a:spcPts val="0"/>
              </a:spcBef>
              <a:spcAft>
                <a:spcPts val="0"/>
              </a:spcAft>
              <a:buClr>
                <a:schemeClr val="dk1"/>
              </a:buClr>
              <a:buSzPts val="1400"/>
              <a:buFont typeface="Calibri"/>
              <a:buNone/>
              <a:defRPr b="0" sz="1400" u="sng">
                <a:solidFill>
                  <a:schemeClr val="dk1"/>
                </a:solidFill>
              </a:defRPr>
            </a:lvl1pPr>
            <a:lvl2pPr indent="-228600" lvl="1" marL="914400" algn="l">
              <a:lnSpc>
                <a:spcPct val="117000"/>
              </a:lnSpc>
              <a:spcBef>
                <a:spcPts val="0"/>
              </a:spcBef>
              <a:spcAft>
                <a:spcPts val="0"/>
              </a:spcAft>
              <a:buClr>
                <a:schemeClr val="dk1"/>
              </a:buClr>
              <a:buSzPts val="1400"/>
              <a:buFont typeface="Calibri"/>
              <a:buNone/>
              <a:defRPr b="0" sz="1400" u="none">
                <a:solidFill>
                  <a:schemeClr val="dk1"/>
                </a:solidFill>
              </a:defRPr>
            </a:lvl2pPr>
            <a:lvl3pPr indent="-228600" lvl="2" marL="1371600" algn="l">
              <a:lnSpc>
                <a:spcPct val="117000"/>
              </a:lnSpc>
              <a:spcBef>
                <a:spcPts val="0"/>
              </a:spcBef>
              <a:spcAft>
                <a:spcPts val="0"/>
              </a:spcAft>
              <a:buSzPts val="1400"/>
              <a:buFont typeface="Calibri"/>
              <a:buNone/>
              <a:defRPr b="0" sz="1400" u="none">
                <a:solidFill>
                  <a:schemeClr val="dk1"/>
                </a:solidFill>
              </a:defRPr>
            </a:lvl3pPr>
            <a:lvl4pPr indent="-228600" lvl="3" marL="1828800" algn="l">
              <a:lnSpc>
                <a:spcPct val="117000"/>
              </a:lnSpc>
              <a:spcBef>
                <a:spcPts val="0"/>
              </a:spcBef>
              <a:spcAft>
                <a:spcPts val="0"/>
              </a:spcAft>
              <a:buSzPts val="1400"/>
              <a:buFont typeface="Calibri"/>
              <a:buNone/>
              <a:defRPr b="0" sz="1400" u="none">
                <a:solidFill>
                  <a:schemeClr val="dk1"/>
                </a:solidFill>
              </a:defRPr>
            </a:lvl4pPr>
            <a:lvl5pPr indent="-228600" lvl="4" marL="2286000" algn="l">
              <a:lnSpc>
                <a:spcPct val="117000"/>
              </a:lnSpc>
              <a:spcBef>
                <a:spcPts val="0"/>
              </a:spcBef>
              <a:spcAft>
                <a:spcPts val="0"/>
              </a:spcAft>
              <a:buSzPts val="1400"/>
              <a:buFont typeface="Calibri"/>
              <a:buNone/>
              <a:defRPr b="0" sz="1400" u="none">
                <a:solidFill>
                  <a:schemeClr val="dk1"/>
                </a:solidFill>
              </a:defRPr>
            </a:lvl5pPr>
            <a:lvl6pPr indent="-228600" lvl="5" marL="2743200" algn="l">
              <a:lnSpc>
                <a:spcPct val="117000"/>
              </a:lnSpc>
              <a:spcBef>
                <a:spcPts val="0"/>
              </a:spcBef>
              <a:spcAft>
                <a:spcPts val="0"/>
              </a:spcAft>
              <a:buSzPts val="1400"/>
              <a:buFont typeface="Calibri"/>
              <a:buNone/>
              <a:defRPr b="0" sz="1400" u="none">
                <a:solidFill>
                  <a:schemeClr val="dk1"/>
                </a:solidFill>
              </a:defRPr>
            </a:lvl6pPr>
            <a:lvl7pPr indent="-228600" lvl="6" marL="3200400" algn="l">
              <a:lnSpc>
                <a:spcPct val="117000"/>
              </a:lnSpc>
              <a:spcBef>
                <a:spcPts val="0"/>
              </a:spcBef>
              <a:spcAft>
                <a:spcPts val="0"/>
              </a:spcAft>
              <a:buClr>
                <a:schemeClr val="dk1"/>
              </a:buClr>
              <a:buSzPts val="1400"/>
              <a:buFont typeface="Calibri"/>
              <a:buNone/>
              <a:defRPr b="0" sz="1400" u="none">
                <a:solidFill>
                  <a:schemeClr val="dk1"/>
                </a:solidFill>
              </a:defRPr>
            </a:lvl7pPr>
            <a:lvl8pPr indent="-228600" lvl="7" marL="3657600" algn="l">
              <a:lnSpc>
                <a:spcPct val="117000"/>
              </a:lnSpc>
              <a:spcBef>
                <a:spcPts val="0"/>
              </a:spcBef>
              <a:spcAft>
                <a:spcPts val="0"/>
              </a:spcAft>
              <a:buClr>
                <a:schemeClr val="dk1"/>
              </a:buClr>
              <a:buSzPts val="1400"/>
              <a:buFont typeface="Calibri"/>
              <a:buNone/>
              <a:defRPr b="0" sz="1400" u="none">
                <a:solidFill>
                  <a:schemeClr val="dk1"/>
                </a:solidFill>
              </a:defRPr>
            </a:lvl8pPr>
            <a:lvl9pPr indent="-228600" lvl="8" marL="4114800" algn="l">
              <a:lnSpc>
                <a:spcPct val="117000"/>
              </a:lnSpc>
              <a:spcBef>
                <a:spcPts val="0"/>
              </a:spcBef>
              <a:spcAft>
                <a:spcPts val="0"/>
              </a:spcAft>
              <a:buClr>
                <a:schemeClr val="dk1"/>
              </a:buClr>
              <a:buSzPts val="1400"/>
              <a:buFont typeface="Calibri"/>
              <a:buNone/>
              <a:defRPr b="0" sz="1400" u="none">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Bilder Hervorhebung">
  <p:cSld name="3 Bilder Hervorhebung">
    <p:spTree>
      <p:nvGrpSpPr>
        <p:cNvPr id="177" name="Shape 177"/>
        <p:cNvGrpSpPr/>
        <p:nvPr/>
      </p:nvGrpSpPr>
      <p:grpSpPr>
        <a:xfrm>
          <a:off x="0" y="0"/>
          <a:ext cx="0" cy="0"/>
          <a:chOff x="0" y="0"/>
          <a:chExt cx="0" cy="0"/>
        </a:xfrm>
      </p:grpSpPr>
      <p:sp>
        <p:nvSpPr>
          <p:cNvPr id="178" name="Google Shape;178;p20"/>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20"/>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0"/>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1" name="Google Shape;181;p20"/>
          <p:cNvSpPr/>
          <p:nvPr>
            <p:ph idx="2" type="pic"/>
          </p:nvPr>
        </p:nvSpPr>
        <p:spPr>
          <a:xfrm>
            <a:off x="551384" y="1845088"/>
            <a:ext cx="3457575" cy="2304000"/>
          </a:xfrm>
          <a:prstGeom prst="rect">
            <a:avLst/>
          </a:prstGeom>
          <a:noFill/>
          <a:ln>
            <a:noFill/>
          </a:ln>
        </p:spPr>
      </p:sp>
      <p:sp>
        <p:nvSpPr>
          <p:cNvPr id="182" name="Google Shape;182;p20"/>
          <p:cNvSpPr txBox="1"/>
          <p:nvPr>
            <p:ph idx="1" type="body"/>
          </p:nvPr>
        </p:nvSpPr>
        <p:spPr>
          <a:xfrm>
            <a:off x="551384" y="4221088"/>
            <a:ext cx="3457575" cy="1944000"/>
          </a:xfrm>
          <a:prstGeom prst="rect">
            <a:avLst/>
          </a:prstGeom>
          <a:solidFill>
            <a:schemeClr val="lt2"/>
          </a:solidFill>
          <a:ln>
            <a:noFill/>
          </a:ln>
        </p:spPr>
        <p:txBody>
          <a:bodyPr anchorCtr="0" anchor="t" bIns="72000" lIns="169200" spcFirstLastPara="1" rIns="162000" wrap="square" tIns="108000">
            <a:noAutofit/>
          </a:bodyPr>
          <a:lstStyle>
            <a:lvl1pPr indent="-228600" lvl="0" marL="457200" algn="l">
              <a:lnSpc>
                <a:spcPct val="117000"/>
              </a:lnSpc>
              <a:spcBef>
                <a:spcPts val="0"/>
              </a:spcBef>
              <a:spcAft>
                <a:spcPts val="0"/>
              </a:spcAft>
              <a:buClr>
                <a:schemeClr val="dk1"/>
              </a:buClr>
              <a:buSzPts val="1400"/>
              <a:buNone/>
              <a:defRPr b="1" sz="1400"/>
            </a:lvl1pPr>
            <a:lvl2pPr indent="-228600" lvl="1" marL="914400" algn="l">
              <a:lnSpc>
                <a:spcPct val="117000"/>
              </a:lnSpc>
              <a:spcBef>
                <a:spcPts val="1400"/>
              </a:spcBef>
              <a:spcAft>
                <a:spcPts val="0"/>
              </a:spcAft>
              <a:buClr>
                <a:schemeClr val="dk1"/>
              </a:buClr>
              <a:buSzPts val="1400"/>
              <a:buNone/>
              <a:defRPr b="0" sz="1400">
                <a:solidFill>
                  <a:schemeClr val="dk1"/>
                </a:solidFill>
              </a:defRPr>
            </a:lvl2pPr>
            <a:lvl3pPr indent="-317500" lvl="2" marL="1371600" algn="l">
              <a:lnSpc>
                <a:spcPct val="117000"/>
              </a:lnSpc>
              <a:spcBef>
                <a:spcPts val="1200"/>
              </a:spcBef>
              <a:spcAft>
                <a:spcPts val="0"/>
              </a:spcAft>
              <a:buSzPts val="1400"/>
              <a:buAutoNum type="arabicPeriod"/>
              <a:defRPr b="0" sz="1400"/>
            </a:lvl3pPr>
            <a:lvl4pPr indent="-317500" lvl="3" marL="1828800" algn="l">
              <a:lnSpc>
                <a:spcPct val="117000"/>
              </a:lnSpc>
              <a:spcBef>
                <a:spcPts val="0"/>
              </a:spcBef>
              <a:spcAft>
                <a:spcPts val="0"/>
              </a:spcAft>
              <a:buSzPts val="1400"/>
              <a:buChar char="•"/>
              <a:defRPr b="0" sz="1400"/>
            </a:lvl4pPr>
            <a:lvl5pPr indent="-317500" lvl="4" marL="2286000" algn="l">
              <a:lnSpc>
                <a:spcPct val="117000"/>
              </a:lnSpc>
              <a:spcBef>
                <a:spcPts val="0"/>
              </a:spcBef>
              <a:spcAft>
                <a:spcPts val="0"/>
              </a:spcAft>
              <a:buSzPts val="1400"/>
              <a:buChar char="•"/>
              <a:defRPr b="0" sz="1400"/>
            </a:lvl5pPr>
            <a:lvl6pPr indent="-317500" lvl="5" marL="2743200" algn="l">
              <a:lnSpc>
                <a:spcPct val="117000"/>
              </a:lnSpc>
              <a:spcBef>
                <a:spcPts val="0"/>
              </a:spcBef>
              <a:spcAft>
                <a:spcPts val="0"/>
              </a:spcAft>
              <a:buSzPts val="1400"/>
              <a:buChar char="•"/>
              <a:defRPr sz="1400"/>
            </a:lvl6pPr>
            <a:lvl7pPr indent="-228600" lvl="6" marL="3200400" algn="l">
              <a:lnSpc>
                <a:spcPct val="117000"/>
              </a:lnSpc>
              <a:spcBef>
                <a:spcPts val="0"/>
              </a:spcBef>
              <a:spcAft>
                <a:spcPts val="0"/>
              </a:spcAft>
              <a:buClr>
                <a:schemeClr val="dk1"/>
              </a:buClr>
              <a:buSzPts val="1400"/>
              <a:buNone/>
              <a:defRPr sz="1400"/>
            </a:lvl7pPr>
            <a:lvl8pPr indent="-228600" lvl="7" marL="3657600" algn="l">
              <a:lnSpc>
                <a:spcPct val="117000"/>
              </a:lnSpc>
              <a:spcBef>
                <a:spcPts val="0"/>
              </a:spcBef>
              <a:spcAft>
                <a:spcPts val="0"/>
              </a:spcAft>
              <a:buClr>
                <a:schemeClr val="dk1"/>
              </a:buClr>
              <a:buSzPts val="1400"/>
              <a:buNone/>
              <a:defRPr sz="1400"/>
            </a:lvl8pPr>
            <a:lvl9pPr indent="-228600" lvl="8" marL="4114800" algn="l">
              <a:lnSpc>
                <a:spcPct val="117000"/>
              </a:lnSpc>
              <a:spcBef>
                <a:spcPts val="0"/>
              </a:spcBef>
              <a:spcAft>
                <a:spcPts val="0"/>
              </a:spcAft>
              <a:buClr>
                <a:schemeClr val="dk1"/>
              </a:buClr>
              <a:buSzPts val="1400"/>
              <a:buNone/>
              <a:defRPr sz="1400"/>
            </a:lvl9pPr>
          </a:lstStyle>
          <a:p/>
        </p:txBody>
      </p:sp>
      <p:sp>
        <p:nvSpPr>
          <p:cNvPr id="183" name="Google Shape;183;p20"/>
          <p:cNvSpPr/>
          <p:nvPr>
            <p:ph idx="3" type="pic"/>
          </p:nvPr>
        </p:nvSpPr>
        <p:spPr>
          <a:xfrm>
            <a:off x="4367212" y="1845088"/>
            <a:ext cx="3457575" cy="2304000"/>
          </a:xfrm>
          <a:prstGeom prst="rect">
            <a:avLst/>
          </a:prstGeom>
          <a:noFill/>
          <a:ln>
            <a:noFill/>
          </a:ln>
        </p:spPr>
      </p:sp>
      <p:sp>
        <p:nvSpPr>
          <p:cNvPr id="184" name="Google Shape;184;p20"/>
          <p:cNvSpPr txBox="1"/>
          <p:nvPr>
            <p:ph idx="4" type="body"/>
          </p:nvPr>
        </p:nvSpPr>
        <p:spPr>
          <a:xfrm>
            <a:off x="4367212" y="4221088"/>
            <a:ext cx="3457575" cy="1944000"/>
          </a:xfrm>
          <a:prstGeom prst="rect">
            <a:avLst/>
          </a:prstGeom>
          <a:solidFill>
            <a:schemeClr val="lt2"/>
          </a:solidFill>
          <a:ln>
            <a:noFill/>
          </a:ln>
        </p:spPr>
        <p:txBody>
          <a:bodyPr anchorCtr="0" anchor="t" bIns="72000" lIns="169200" spcFirstLastPara="1" rIns="162000" wrap="square" tIns="108000">
            <a:noAutofit/>
          </a:bodyPr>
          <a:lstStyle>
            <a:lvl1pPr indent="-228600" lvl="0" marL="457200" algn="l">
              <a:lnSpc>
                <a:spcPct val="117000"/>
              </a:lnSpc>
              <a:spcBef>
                <a:spcPts val="0"/>
              </a:spcBef>
              <a:spcAft>
                <a:spcPts val="0"/>
              </a:spcAft>
              <a:buClr>
                <a:schemeClr val="dk1"/>
              </a:buClr>
              <a:buSzPts val="1400"/>
              <a:buNone/>
              <a:defRPr b="1" sz="1400"/>
            </a:lvl1pPr>
            <a:lvl2pPr indent="-228600" lvl="1" marL="914400" algn="l">
              <a:lnSpc>
                <a:spcPct val="117000"/>
              </a:lnSpc>
              <a:spcBef>
                <a:spcPts val="1400"/>
              </a:spcBef>
              <a:spcAft>
                <a:spcPts val="0"/>
              </a:spcAft>
              <a:buClr>
                <a:schemeClr val="dk1"/>
              </a:buClr>
              <a:buSzPts val="1400"/>
              <a:buNone/>
              <a:defRPr b="0" sz="1400">
                <a:solidFill>
                  <a:schemeClr val="dk1"/>
                </a:solidFill>
              </a:defRPr>
            </a:lvl2pPr>
            <a:lvl3pPr indent="-317500" lvl="2" marL="1371600" algn="l">
              <a:lnSpc>
                <a:spcPct val="117000"/>
              </a:lnSpc>
              <a:spcBef>
                <a:spcPts val="1200"/>
              </a:spcBef>
              <a:spcAft>
                <a:spcPts val="0"/>
              </a:spcAft>
              <a:buSzPts val="1400"/>
              <a:buAutoNum type="arabicPeriod"/>
              <a:defRPr b="0" sz="1400"/>
            </a:lvl3pPr>
            <a:lvl4pPr indent="-317500" lvl="3" marL="1828800" algn="l">
              <a:lnSpc>
                <a:spcPct val="117000"/>
              </a:lnSpc>
              <a:spcBef>
                <a:spcPts val="0"/>
              </a:spcBef>
              <a:spcAft>
                <a:spcPts val="0"/>
              </a:spcAft>
              <a:buSzPts val="1400"/>
              <a:buChar char="•"/>
              <a:defRPr b="0" sz="1400"/>
            </a:lvl4pPr>
            <a:lvl5pPr indent="-317500" lvl="4" marL="2286000" algn="l">
              <a:lnSpc>
                <a:spcPct val="117000"/>
              </a:lnSpc>
              <a:spcBef>
                <a:spcPts val="0"/>
              </a:spcBef>
              <a:spcAft>
                <a:spcPts val="0"/>
              </a:spcAft>
              <a:buSzPts val="1400"/>
              <a:buChar char="•"/>
              <a:defRPr b="0" sz="1400"/>
            </a:lvl5pPr>
            <a:lvl6pPr indent="-317500" lvl="5" marL="2743200" algn="l">
              <a:lnSpc>
                <a:spcPct val="117000"/>
              </a:lnSpc>
              <a:spcBef>
                <a:spcPts val="0"/>
              </a:spcBef>
              <a:spcAft>
                <a:spcPts val="0"/>
              </a:spcAft>
              <a:buSzPts val="1400"/>
              <a:buChar char="•"/>
              <a:defRPr sz="1400"/>
            </a:lvl6pPr>
            <a:lvl7pPr indent="-228600" lvl="6" marL="3200400" algn="l">
              <a:lnSpc>
                <a:spcPct val="117000"/>
              </a:lnSpc>
              <a:spcBef>
                <a:spcPts val="0"/>
              </a:spcBef>
              <a:spcAft>
                <a:spcPts val="0"/>
              </a:spcAft>
              <a:buClr>
                <a:schemeClr val="dk1"/>
              </a:buClr>
              <a:buSzPts val="1400"/>
              <a:buNone/>
              <a:defRPr sz="1400"/>
            </a:lvl7pPr>
            <a:lvl8pPr indent="-228600" lvl="7" marL="3657600" algn="l">
              <a:lnSpc>
                <a:spcPct val="117000"/>
              </a:lnSpc>
              <a:spcBef>
                <a:spcPts val="0"/>
              </a:spcBef>
              <a:spcAft>
                <a:spcPts val="0"/>
              </a:spcAft>
              <a:buClr>
                <a:schemeClr val="dk1"/>
              </a:buClr>
              <a:buSzPts val="1400"/>
              <a:buNone/>
              <a:defRPr sz="1400"/>
            </a:lvl8pPr>
            <a:lvl9pPr indent="-228600" lvl="8" marL="4114800" algn="l">
              <a:lnSpc>
                <a:spcPct val="117000"/>
              </a:lnSpc>
              <a:spcBef>
                <a:spcPts val="0"/>
              </a:spcBef>
              <a:spcAft>
                <a:spcPts val="0"/>
              </a:spcAft>
              <a:buClr>
                <a:schemeClr val="dk1"/>
              </a:buClr>
              <a:buSzPts val="1400"/>
              <a:buNone/>
              <a:defRPr sz="1400"/>
            </a:lvl9pPr>
          </a:lstStyle>
          <a:p/>
        </p:txBody>
      </p:sp>
      <p:sp>
        <p:nvSpPr>
          <p:cNvPr id="185" name="Google Shape;185;p20"/>
          <p:cNvSpPr/>
          <p:nvPr>
            <p:ph idx="5" type="pic"/>
          </p:nvPr>
        </p:nvSpPr>
        <p:spPr>
          <a:xfrm>
            <a:off x="8183040" y="1845087"/>
            <a:ext cx="3457575" cy="2304000"/>
          </a:xfrm>
          <a:prstGeom prst="rect">
            <a:avLst/>
          </a:prstGeom>
          <a:noFill/>
          <a:ln>
            <a:noFill/>
          </a:ln>
        </p:spPr>
      </p:sp>
      <p:sp>
        <p:nvSpPr>
          <p:cNvPr id="186" name="Google Shape;186;p20"/>
          <p:cNvSpPr txBox="1"/>
          <p:nvPr>
            <p:ph idx="6" type="body"/>
          </p:nvPr>
        </p:nvSpPr>
        <p:spPr>
          <a:xfrm>
            <a:off x="8184232" y="4221088"/>
            <a:ext cx="3457575" cy="1944000"/>
          </a:xfrm>
          <a:prstGeom prst="rect">
            <a:avLst/>
          </a:prstGeom>
          <a:solidFill>
            <a:schemeClr val="lt2"/>
          </a:solidFill>
          <a:ln>
            <a:noFill/>
          </a:ln>
        </p:spPr>
        <p:txBody>
          <a:bodyPr anchorCtr="0" anchor="t" bIns="72000" lIns="169200" spcFirstLastPara="1" rIns="162000" wrap="square" tIns="108000">
            <a:noAutofit/>
          </a:bodyPr>
          <a:lstStyle>
            <a:lvl1pPr indent="-228600" lvl="0" marL="457200" algn="l">
              <a:lnSpc>
                <a:spcPct val="117000"/>
              </a:lnSpc>
              <a:spcBef>
                <a:spcPts val="0"/>
              </a:spcBef>
              <a:spcAft>
                <a:spcPts val="0"/>
              </a:spcAft>
              <a:buClr>
                <a:schemeClr val="dk1"/>
              </a:buClr>
              <a:buSzPts val="1400"/>
              <a:buNone/>
              <a:defRPr b="1" sz="1400"/>
            </a:lvl1pPr>
            <a:lvl2pPr indent="-228600" lvl="1" marL="914400" algn="l">
              <a:lnSpc>
                <a:spcPct val="117000"/>
              </a:lnSpc>
              <a:spcBef>
                <a:spcPts val="1400"/>
              </a:spcBef>
              <a:spcAft>
                <a:spcPts val="0"/>
              </a:spcAft>
              <a:buClr>
                <a:schemeClr val="dk1"/>
              </a:buClr>
              <a:buSzPts val="1400"/>
              <a:buNone/>
              <a:defRPr b="0" sz="1400">
                <a:solidFill>
                  <a:schemeClr val="dk1"/>
                </a:solidFill>
              </a:defRPr>
            </a:lvl2pPr>
            <a:lvl3pPr indent="-317500" lvl="2" marL="1371600" algn="l">
              <a:lnSpc>
                <a:spcPct val="117000"/>
              </a:lnSpc>
              <a:spcBef>
                <a:spcPts val="1200"/>
              </a:spcBef>
              <a:spcAft>
                <a:spcPts val="0"/>
              </a:spcAft>
              <a:buSzPts val="1400"/>
              <a:buAutoNum type="arabicPeriod"/>
              <a:defRPr b="0" sz="1400"/>
            </a:lvl3pPr>
            <a:lvl4pPr indent="-317500" lvl="3" marL="1828800" algn="l">
              <a:lnSpc>
                <a:spcPct val="117000"/>
              </a:lnSpc>
              <a:spcBef>
                <a:spcPts val="0"/>
              </a:spcBef>
              <a:spcAft>
                <a:spcPts val="0"/>
              </a:spcAft>
              <a:buSzPts val="1400"/>
              <a:buChar char="•"/>
              <a:defRPr b="0" sz="1400"/>
            </a:lvl4pPr>
            <a:lvl5pPr indent="-317500" lvl="4" marL="2286000" algn="l">
              <a:lnSpc>
                <a:spcPct val="117000"/>
              </a:lnSpc>
              <a:spcBef>
                <a:spcPts val="0"/>
              </a:spcBef>
              <a:spcAft>
                <a:spcPts val="0"/>
              </a:spcAft>
              <a:buSzPts val="1400"/>
              <a:buChar char="•"/>
              <a:defRPr b="0" sz="1400"/>
            </a:lvl5pPr>
            <a:lvl6pPr indent="-317500" lvl="5" marL="2743200" algn="l">
              <a:lnSpc>
                <a:spcPct val="117000"/>
              </a:lnSpc>
              <a:spcBef>
                <a:spcPts val="0"/>
              </a:spcBef>
              <a:spcAft>
                <a:spcPts val="0"/>
              </a:spcAft>
              <a:buSzPts val="1400"/>
              <a:buChar char="•"/>
              <a:defRPr sz="1400"/>
            </a:lvl6pPr>
            <a:lvl7pPr indent="-228600" lvl="6" marL="3200400" algn="l">
              <a:lnSpc>
                <a:spcPct val="117000"/>
              </a:lnSpc>
              <a:spcBef>
                <a:spcPts val="0"/>
              </a:spcBef>
              <a:spcAft>
                <a:spcPts val="0"/>
              </a:spcAft>
              <a:buClr>
                <a:schemeClr val="dk1"/>
              </a:buClr>
              <a:buSzPts val="1400"/>
              <a:buNone/>
              <a:defRPr sz="1400"/>
            </a:lvl7pPr>
            <a:lvl8pPr indent="-228600" lvl="7" marL="3657600" algn="l">
              <a:lnSpc>
                <a:spcPct val="117000"/>
              </a:lnSpc>
              <a:spcBef>
                <a:spcPts val="0"/>
              </a:spcBef>
              <a:spcAft>
                <a:spcPts val="0"/>
              </a:spcAft>
              <a:buClr>
                <a:schemeClr val="dk1"/>
              </a:buClr>
              <a:buSzPts val="1400"/>
              <a:buNone/>
              <a:defRPr sz="1400"/>
            </a:lvl8pPr>
            <a:lvl9pPr indent="-228600" lvl="8" marL="4114800" algn="l">
              <a:lnSpc>
                <a:spcPct val="117000"/>
              </a:lnSpc>
              <a:spcBef>
                <a:spcPts val="0"/>
              </a:spcBef>
              <a:spcAft>
                <a:spcPts val="0"/>
              </a:spcAft>
              <a:buClr>
                <a:schemeClr val="dk1"/>
              </a:buClr>
              <a:buSzPts val="1400"/>
              <a:buNone/>
              <a:defRPr sz="1400"/>
            </a:lvl9pPr>
          </a:lstStyle>
          <a:p/>
        </p:txBody>
      </p:sp>
      <p:sp>
        <p:nvSpPr>
          <p:cNvPr id="187" name="Google Shape;187;p20"/>
          <p:cNvSpPr txBox="1"/>
          <p:nvPr>
            <p:ph idx="7" type="body"/>
          </p:nvPr>
        </p:nvSpPr>
        <p:spPr>
          <a:xfrm>
            <a:off x="552616" y="260648"/>
            <a:ext cx="11088000" cy="288000"/>
          </a:xfrm>
          <a:prstGeom prst="rect">
            <a:avLst/>
          </a:prstGeom>
          <a:noFill/>
          <a:ln>
            <a:noFill/>
          </a:ln>
        </p:spPr>
        <p:txBody>
          <a:bodyPr anchorCtr="0" anchor="b" bIns="7200" lIns="0" spcFirstLastPara="1" rIns="0" wrap="square" tIns="0">
            <a:noAutofit/>
          </a:bodyPr>
          <a:lstStyle>
            <a:lvl1pPr indent="-228600" lvl="0" marL="457200" algn="l">
              <a:lnSpc>
                <a:spcPct val="117000"/>
              </a:lnSpc>
              <a:spcBef>
                <a:spcPts val="0"/>
              </a:spcBef>
              <a:spcAft>
                <a:spcPts val="0"/>
              </a:spcAft>
              <a:buClr>
                <a:schemeClr val="dk1"/>
              </a:buClr>
              <a:buSzPts val="1400"/>
              <a:buFont typeface="Calibri"/>
              <a:buNone/>
              <a:defRPr b="0" sz="1400" u="sng">
                <a:solidFill>
                  <a:schemeClr val="dk1"/>
                </a:solidFill>
              </a:defRPr>
            </a:lvl1pPr>
            <a:lvl2pPr indent="-228600" lvl="1" marL="914400" algn="l">
              <a:lnSpc>
                <a:spcPct val="117000"/>
              </a:lnSpc>
              <a:spcBef>
                <a:spcPts val="0"/>
              </a:spcBef>
              <a:spcAft>
                <a:spcPts val="0"/>
              </a:spcAft>
              <a:buClr>
                <a:schemeClr val="dk1"/>
              </a:buClr>
              <a:buSzPts val="1400"/>
              <a:buFont typeface="Calibri"/>
              <a:buNone/>
              <a:defRPr b="0" sz="1400" u="none">
                <a:solidFill>
                  <a:schemeClr val="dk1"/>
                </a:solidFill>
              </a:defRPr>
            </a:lvl2pPr>
            <a:lvl3pPr indent="-228600" lvl="2" marL="1371600" algn="l">
              <a:lnSpc>
                <a:spcPct val="117000"/>
              </a:lnSpc>
              <a:spcBef>
                <a:spcPts val="0"/>
              </a:spcBef>
              <a:spcAft>
                <a:spcPts val="0"/>
              </a:spcAft>
              <a:buSzPts val="1400"/>
              <a:buFont typeface="Calibri"/>
              <a:buNone/>
              <a:defRPr b="0" sz="1400" u="none">
                <a:solidFill>
                  <a:schemeClr val="dk1"/>
                </a:solidFill>
              </a:defRPr>
            </a:lvl3pPr>
            <a:lvl4pPr indent="-228600" lvl="3" marL="1828800" algn="l">
              <a:lnSpc>
                <a:spcPct val="117000"/>
              </a:lnSpc>
              <a:spcBef>
                <a:spcPts val="0"/>
              </a:spcBef>
              <a:spcAft>
                <a:spcPts val="0"/>
              </a:spcAft>
              <a:buSzPts val="1400"/>
              <a:buFont typeface="Calibri"/>
              <a:buNone/>
              <a:defRPr b="0" sz="1400" u="none">
                <a:solidFill>
                  <a:schemeClr val="dk1"/>
                </a:solidFill>
              </a:defRPr>
            </a:lvl4pPr>
            <a:lvl5pPr indent="-228600" lvl="4" marL="2286000" algn="l">
              <a:lnSpc>
                <a:spcPct val="117000"/>
              </a:lnSpc>
              <a:spcBef>
                <a:spcPts val="0"/>
              </a:spcBef>
              <a:spcAft>
                <a:spcPts val="0"/>
              </a:spcAft>
              <a:buSzPts val="1400"/>
              <a:buFont typeface="Calibri"/>
              <a:buNone/>
              <a:defRPr b="0" sz="1400" u="none">
                <a:solidFill>
                  <a:schemeClr val="dk1"/>
                </a:solidFill>
              </a:defRPr>
            </a:lvl5pPr>
            <a:lvl6pPr indent="-228600" lvl="5" marL="2743200" algn="l">
              <a:lnSpc>
                <a:spcPct val="117000"/>
              </a:lnSpc>
              <a:spcBef>
                <a:spcPts val="0"/>
              </a:spcBef>
              <a:spcAft>
                <a:spcPts val="0"/>
              </a:spcAft>
              <a:buSzPts val="1400"/>
              <a:buFont typeface="Calibri"/>
              <a:buNone/>
              <a:defRPr b="0" sz="1400" u="none">
                <a:solidFill>
                  <a:schemeClr val="dk1"/>
                </a:solidFill>
              </a:defRPr>
            </a:lvl6pPr>
            <a:lvl7pPr indent="-228600" lvl="6" marL="3200400" algn="l">
              <a:lnSpc>
                <a:spcPct val="117000"/>
              </a:lnSpc>
              <a:spcBef>
                <a:spcPts val="0"/>
              </a:spcBef>
              <a:spcAft>
                <a:spcPts val="0"/>
              </a:spcAft>
              <a:buClr>
                <a:schemeClr val="dk1"/>
              </a:buClr>
              <a:buSzPts val="1400"/>
              <a:buFont typeface="Calibri"/>
              <a:buNone/>
              <a:defRPr b="0" sz="1400" u="none">
                <a:solidFill>
                  <a:schemeClr val="dk1"/>
                </a:solidFill>
              </a:defRPr>
            </a:lvl7pPr>
            <a:lvl8pPr indent="-228600" lvl="7" marL="3657600" algn="l">
              <a:lnSpc>
                <a:spcPct val="117000"/>
              </a:lnSpc>
              <a:spcBef>
                <a:spcPts val="0"/>
              </a:spcBef>
              <a:spcAft>
                <a:spcPts val="0"/>
              </a:spcAft>
              <a:buClr>
                <a:schemeClr val="dk1"/>
              </a:buClr>
              <a:buSzPts val="1400"/>
              <a:buFont typeface="Calibri"/>
              <a:buNone/>
              <a:defRPr b="0" sz="1400" u="none">
                <a:solidFill>
                  <a:schemeClr val="dk1"/>
                </a:solidFill>
              </a:defRPr>
            </a:lvl8pPr>
            <a:lvl9pPr indent="-228600" lvl="8" marL="4114800" algn="l">
              <a:lnSpc>
                <a:spcPct val="117000"/>
              </a:lnSpc>
              <a:spcBef>
                <a:spcPts val="0"/>
              </a:spcBef>
              <a:spcAft>
                <a:spcPts val="0"/>
              </a:spcAft>
              <a:buClr>
                <a:schemeClr val="dk1"/>
              </a:buClr>
              <a:buSzPts val="1400"/>
              <a:buFont typeface="Calibri"/>
              <a:buNone/>
              <a:defRPr b="0" sz="1400" u="none">
                <a:solidFill>
                  <a:schemeClr val="dk1"/>
                </a:solidFill>
              </a:defRPr>
            </a:lvl9pPr>
          </a:lstStyle>
          <a:p/>
        </p:txBody>
      </p:sp>
      <p:sp>
        <p:nvSpPr>
          <p:cNvPr id="188" name="Google Shape;188;p20"/>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3700"/>
              <a:buFont typeface="Calibri"/>
              <a:buNone/>
              <a:defRPr sz="37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20"/>
          <p:cNvSpPr txBox="1"/>
          <p:nvPr>
            <p:ph idx="8" type="body"/>
          </p:nvPr>
        </p:nvSpPr>
        <p:spPr>
          <a:xfrm>
            <a:off x="552151" y="1124792"/>
            <a:ext cx="11087233" cy="432000"/>
          </a:xfrm>
          <a:prstGeom prst="rect">
            <a:avLst/>
          </a:prstGeom>
          <a:noFill/>
          <a:ln>
            <a:noFill/>
          </a:ln>
        </p:spPr>
        <p:txBody>
          <a:bodyPr anchorCtr="0" anchor="t" bIns="0" lIns="0" spcFirstLastPara="1" rIns="0" wrap="square" tIns="36000">
            <a:noAutofit/>
          </a:bodyPr>
          <a:lstStyle>
            <a:lvl1pPr indent="-228600" lvl="0" marL="457200" algn="l">
              <a:lnSpc>
                <a:spcPct val="90000"/>
              </a:lnSpc>
              <a:spcBef>
                <a:spcPts val="0"/>
              </a:spcBef>
              <a:spcAft>
                <a:spcPts val="0"/>
              </a:spcAft>
              <a:buClr>
                <a:schemeClr val="dk1"/>
              </a:buClr>
              <a:buSzPts val="2800"/>
              <a:buNone/>
              <a:defRPr sz="2800">
                <a:solidFill>
                  <a:schemeClr val="dk1"/>
                </a:solidFill>
              </a:defRPr>
            </a:lvl1pPr>
            <a:lvl2pPr indent="-228600" lvl="1" marL="914400" algn="l">
              <a:lnSpc>
                <a:spcPct val="90000"/>
              </a:lnSpc>
              <a:spcBef>
                <a:spcPts val="1400"/>
              </a:spcBef>
              <a:spcAft>
                <a:spcPts val="0"/>
              </a:spcAft>
              <a:buClr>
                <a:schemeClr val="dk1"/>
              </a:buClr>
              <a:buSzPts val="2800"/>
              <a:buFont typeface="Calibri"/>
              <a:buNone/>
              <a:defRPr b="0" i="0" sz="2800">
                <a:solidFill>
                  <a:schemeClr val="dk1"/>
                </a:solidFill>
              </a:defRPr>
            </a:lvl2pPr>
            <a:lvl3pPr indent="-228600" lvl="2" marL="1371600" algn="l">
              <a:lnSpc>
                <a:spcPct val="90000"/>
              </a:lnSpc>
              <a:spcBef>
                <a:spcPts val="1200"/>
              </a:spcBef>
              <a:spcAft>
                <a:spcPts val="0"/>
              </a:spcAft>
              <a:buSzPts val="2800"/>
              <a:buFont typeface="Calibri"/>
              <a:buNone/>
              <a:defRPr b="0" i="0" sz="2800">
                <a:solidFill>
                  <a:schemeClr val="dk1"/>
                </a:solidFill>
              </a:defRPr>
            </a:lvl3pPr>
            <a:lvl4pPr indent="-228600" lvl="3" marL="1828800" algn="l">
              <a:lnSpc>
                <a:spcPct val="90000"/>
              </a:lnSpc>
              <a:spcBef>
                <a:spcPts val="0"/>
              </a:spcBef>
              <a:spcAft>
                <a:spcPts val="0"/>
              </a:spcAft>
              <a:buSzPts val="2800"/>
              <a:buFont typeface="Calibri"/>
              <a:buNone/>
              <a:defRPr b="0" i="0" sz="2800">
                <a:solidFill>
                  <a:schemeClr val="dk1"/>
                </a:solidFill>
              </a:defRPr>
            </a:lvl4pPr>
            <a:lvl5pPr indent="-228600" lvl="4" marL="2286000" algn="l">
              <a:lnSpc>
                <a:spcPct val="90000"/>
              </a:lnSpc>
              <a:spcBef>
                <a:spcPts val="0"/>
              </a:spcBef>
              <a:spcAft>
                <a:spcPts val="0"/>
              </a:spcAft>
              <a:buSzPts val="2800"/>
              <a:buFont typeface="Calibri"/>
              <a:buNone/>
              <a:defRPr b="0" i="0" sz="2800">
                <a:solidFill>
                  <a:schemeClr val="dk1"/>
                </a:solidFill>
              </a:defRPr>
            </a:lvl5pPr>
            <a:lvl6pPr indent="-228600" lvl="5" marL="2743200" algn="l">
              <a:lnSpc>
                <a:spcPct val="90000"/>
              </a:lnSpc>
              <a:spcBef>
                <a:spcPts val="0"/>
              </a:spcBef>
              <a:spcAft>
                <a:spcPts val="0"/>
              </a:spcAft>
              <a:buSzPts val="2800"/>
              <a:buFont typeface="Calibri"/>
              <a:buNone/>
              <a:defRPr b="0" i="0" sz="2800">
                <a:solidFill>
                  <a:schemeClr val="dk1"/>
                </a:solidFill>
              </a:defRPr>
            </a:lvl6pPr>
            <a:lvl7pPr indent="-228600" lvl="6" marL="3200400" algn="l">
              <a:lnSpc>
                <a:spcPct val="90000"/>
              </a:lnSpc>
              <a:spcBef>
                <a:spcPts val="0"/>
              </a:spcBef>
              <a:spcAft>
                <a:spcPts val="0"/>
              </a:spcAft>
              <a:buClr>
                <a:schemeClr val="dk1"/>
              </a:buClr>
              <a:buSzPts val="2800"/>
              <a:buFont typeface="Calibri"/>
              <a:buNone/>
              <a:defRPr b="0" i="0" sz="2800">
                <a:solidFill>
                  <a:schemeClr val="dk1"/>
                </a:solidFill>
              </a:defRPr>
            </a:lvl7pPr>
            <a:lvl8pPr indent="-228600" lvl="7" marL="3657600" algn="l">
              <a:lnSpc>
                <a:spcPct val="90000"/>
              </a:lnSpc>
              <a:spcBef>
                <a:spcPts val="0"/>
              </a:spcBef>
              <a:spcAft>
                <a:spcPts val="0"/>
              </a:spcAft>
              <a:buClr>
                <a:schemeClr val="dk1"/>
              </a:buClr>
              <a:buSzPts val="2800"/>
              <a:buFont typeface="Calibri"/>
              <a:buNone/>
              <a:defRPr b="0" i="0" sz="2800">
                <a:solidFill>
                  <a:schemeClr val="dk1"/>
                </a:solidFill>
              </a:defRPr>
            </a:lvl8pPr>
            <a:lvl9pPr indent="-228600" lvl="8" marL="4114800" algn="l">
              <a:lnSpc>
                <a:spcPct val="90000"/>
              </a:lnSpc>
              <a:spcBef>
                <a:spcPts val="0"/>
              </a:spcBef>
              <a:spcAft>
                <a:spcPts val="0"/>
              </a:spcAft>
              <a:buClr>
                <a:schemeClr val="dk1"/>
              </a:buClr>
              <a:buSzPts val="2800"/>
              <a:buFont typeface="Calibri"/>
              <a:buNone/>
              <a:defRPr b="0" i="0" sz="28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itat">
  <p:cSld name="Zitat">
    <p:spTree>
      <p:nvGrpSpPr>
        <p:cNvPr id="190" name="Shape 190"/>
        <p:cNvGrpSpPr/>
        <p:nvPr/>
      </p:nvGrpSpPr>
      <p:grpSpPr>
        <a:xfrm>
          <a:off x="0" y="0"/>
          <a:ext cx="0" cy="0"/>
          <a:chOff x="0" y="0"/>
          <a:chExt cx="0" cy="0"/>
        </a:xfrm>
      </p:grpSpPr>
      <p:sp>
        <p:nvSpPr>
          <p:cNvPr id="191" name="Google Shape;191;p21"/>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21"/>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21"/>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4" name="Google Shape;194;p21"/>
          <p:cNvSpPr txBox="1"/>
          <p:nvPr>
            <p:ph idx="1" type="body"/>
          </p:nvPr>
        </p:nvSpPr>
        <p:spPr>
          <a:xfrm>
            <a:off x="551384" y="1628800"/>
            <a:ext cx="7345362" cy="3240088"/>
          </a:xfrm>
          <a:prstGeom prst="rect">
            <a:avLst/>
          </a:prstGeom>
          <a:noFill/>
          <a:ln>
            <a:noFill/>
          </a:ln>
        </p:spPr>
        <p:txBody>
          <a:bodyPr anchorCtr="0" anchor="t" bIns="0" lIns="0" spcFirstLastPara="1" rIns="0" wrap="square" tIns="18000">
            <a:noAutofit/>
          </a:bodyPr>
          <a:lstStyle>
            <a:lvl1pPr indent="-228600" lvl="0" marL="457200" algn="l">
              <a:lnSpc>
                <a:spcPct val="100000"/>
              </a:lnSpc>
              <a:spcBef>
                <a:spcPts val="0"/>
              </a:spcBef>
              <a:spcAft>
                <a:spcPts val="0"/>
              </a:spcAft>
              <a:buClr>
                <a:schemeClr val="lt1"/>
              </a:buClr>
              <a:buSzPts val="4000"/>
              <a:buFont typeface="Calibri"/>
              <a:buNone/>
              <a:defRPr b="1" sz="4000">
                <a:solidFill>
                  <a:schemeClr val="lt1"/>
                </a:solidFill>
              </a:defRPr>
            </a:lvl1pPr>
            <a:lvl2pPr indent="-228600" lvl="1" marL="914400" algn="l">
              <a:lnSpc>
                <a:spcPct val="117000"/>
              </a:lnSpc>
              <a:spcBef>
                <a:spcPts val="1400"/>
              </a:spcBef>
              <a:spcAft>
                <a:spcPts val="0"/>
              </a:spcAft>
              <a:buClr>
                <a:schemeClr val="accent5"/>
              </a:buClr>
              <a:buSzPts val="1800"/>
              <a:buNone/>
              <a:defRPr/>
            </a:lvl2pPr>
            <a:lvl3pPr indent="-228600" lvl="2" marL="1371600" algn="l">
              <a:lnSpc>
                <a:spcPct val="100000"/>
              </a:lnSpc>
              <a:spcBef>
                <a:spcPts val="1200"/>
              </a:spcBef>
              <a:spcAft>
                <a:spcPts val="0"/>
              </a:spcAft>
              <a:buSzPts val="4000"/>
              <a:buFont typeface="Calibri"/>
              <a:buNone/>
              <a:defRPr b="1" sz="4000">
                <a:solidFill>
                  <a:schemeClr val="lt1"/>
                </a:solidFill>
              </a:defRPr>
            </a:lvl3pPr>
            <a:lvl4pPr indent="-342900" lvl="3" marL="1828800" algn="l">
              <a:lnSpc>
                <a:spcPct val="117000"/>
              </a:lnSpc>
              <a:spcBef>
                <a:spcPts val="0"/>
              </a:spcBef>
              <a:spcAft>
                <a:spcPts val="0"/>
              </a:spcAft>
              <a:buSzPts val="1800"/>
              <a:buChar char="•"/>
              <a:defRPr/>
            </a:lvl4pPr>
            <a:lvl5pPr indent="-228600" lvl="4" marL="2286000" algn="l">
              <a:lnSpc>
                <a:spcPct val="100000"/>
              </a:lnSpc>
              <a:spcBef>
                <a:spcPts val="0"/>
              </a:spcBef>
              <a:spcAft>
                <a:spcPts val="0"/>
              </a:spcAft>
              <a:buSzPts val="4000"/>
              <a:buFont typeface="Calibri"/>
              <a:buNone/>
              <a:defRPr b="1" sz="4000">
                <a:solidFill>
                  <a:schemeClr val="lt1"/>
                </a:solidFill>
              </a:defRPr>
            </a:lvl5pPr>
            <a:lvl6pPr indent="-342900" lvl="5" marL="2743200" algn="l">
              <a:lnSpc>
                <a:spcPct val="117000"/>
              </a:lnSpc>
              <a:spcBef>
                <a:spcPts val="0"/>
              </a:spcBef>
              <a:spcAft>
                <a:spcPts val="0"/>
              </a:spcAft>
              <a:buSzPts val="1800"/>
              <a:buChar char="•"/>
              <a:defRPr/>
            </a:lvl6pPr>
            <a:lvl7pPr indent="-228600" lvl="6" marL="3200400" algn="l">
              <a:lnSpc>
                <a:spcPct val="100000"/>
              </a:lnSpc>
              <a:spcBef>
                <a:spcPts val="0"/>
              </a:spcBef>
              <a:spcAft>
                <a:spcPts val="0"/>
              </a:spcAft>
              <a:buClr>
                <a:schemeClr val="lt1"/>
              </a:buClr>
              <a:buSzPts val="4000"/>
              <a:buFont typeface="Calibri"/>
              <a:buNone/>
              <a:defRPr b="1" sz="4000">
                <a:solidFill>
                  <a:schemeClr val="lt1"/>
                </a:solidFill>
              </a:defRPr>
            </a:lvl7pPr>
            <a:lvl8pPr indent="-228600" lvl="7" marL="3657600" algn="l">
              <a:lnSpc>
                <a:spcPct val="117000"/>
              </a:lnSpc>
              <a:spcBef>
                <a:spcPts val="0"/>
              </a:spcBef>
              <a:spcAft>
                <a:spcPts val="0"/>
              </a:spcAft>
              <a:buClr>
                <a:schemeClr val="dk1"/>
              </a:buClr>
              <a:buSzPts val="1800"/>
              <a:buNone/>
              <a:defRPr/>
            </a:lvl8pPr>
            <a:lvl9pPr indent="-228600" lvl="8" marL="4114800" algn="l">
              <a:lnSpc>
                <a:spcPct val="100000"/>
              </a:lnSpc>
              <a:spcBef>
                <a:spcPts val="0"/>
              </a:spcBef>
              <a:spcAft>
                <a:spcPts val="0"/>
              </a:spcAft>
              <a:buClr>
                <a:schemeClr val="lt1"/>
              </a:buClr>
              <a:buSzPts val="4000"/>
              <a:buFont typeface="Calibri"/>
              <a:buNone/>
              <a:defRPr b="1" sz="4000">
                <a:solidFill>
                  <a:schemeClr val="lt1"/>
                </a:solidFill>
              </a:defRPr>
            </a:lvl9pPr>
          </a:lstStyle>
          <a:p/>
        </p:txBody>
      </p:sp>
      <p:sp>
        <p:nvSpPr>
          <p:cNvPr id="195" name="Google Shape;195;p21"/>
          <p:cNvSpPr txBox="1"/>
          <p:nvPr>
            <p:ph idx="2" type="body"/>
          </p:nvPr>
        </p:nvSpPr>
        <p:spPr>
          <a:xfrm>
            <a:off x="8832304" y="4221088"/>
            <a:ext cx="3167063" cy="1656184"/>
          </a:xfrm>
          <a:prstGeom prst="rect">
            <a:avLst/>
          </a:prstGeom>
          <a:noFill/>
          <a:ln>
            <a:noFill/>
          </a:ln>
        </p:spPr>
        <p:txBody>
          <a:bodyPr anchorCtr="0" anchor="b" bIns="36000" lIns="36000" spcFirstLastPara="1" rIns="0" wrap="square" tIns="0">
            <a:noAutofit/>
          </a:bodyPr>
          <a:lstStyle>
            <a:lvl1pPr indent="-228600" lvl="0" marL="457200" algn="l">
              <a:lnSpc>
                <a:spcPct val="117000"/>
              </a:lnSpc>
              <a:spcBef>
                <a:spcPts val="0"/>
              </a:spcBef>
              <a:spcAft>
                <a:spcPts val="0"/>
              </a:spcAft>
              <a:buClr>
                <a:schemeClr val="lt1"/>
              </a:buClr>
              <a:buSzPts val="1800"/>
              <a:buFont typeface="Arial"/>
              <a:buNone/>
              <a:defRPr b="1" sz="1800">
                <a:solidFill>
                  <a:schemeClr val="lt1"/>
                </a:solidFill>
              </a:defRPr>
            </a:lvl1pPr>
            <a:lvl2pPr indent="-228600" lvl="1" marL="914400" algn="l">
              <a:lnSpc>
                <a:spcPct val="117000"/>
              </a:lnSpc>
              <a:spcBef>
                <a:spcPts val="0"/>
              </a:spcBef>
              <a:spcAft>
                <a:spcPts val="0"/>
              </a:spcAft>
              <a:buClr>
                <a:schemeClr val="lt1"/>
              </a:buClr>
              <a:buSzPts val="1800"/>
              <a:buFont typeface="Arial"/>
              <a:buNone/>
              <a:defRPr b="0" sz="1800">
                <a:solidFill>
                  <a:schemeClr val="lt1"/>
                </a:solidFill>
              </a:defRPr>
            </a:lvl2pPr>
            <a:lvl3pPr indent="-228600" lvl="2" marL="1371600" algn="l">
              <a:lnSpc>
                <a:spcPct val="117000"/>
              </a:lnSpc>
              <a:spcBef>
                <a:spcPts val="0"/>
              </a:spcBef>
              <a:spcAft>
                <a:spcPts val="0"/>
              </a:spcAft>
              <a:buSzPts val="1800"/>
              <a:buFont typeface="Arial"/>
              <a:buNone/>
              <a:defRPr b="0" sz="1800">
                <a:solidFill>
                  <a:schemeClr val="lt1"/>
                </a:solidFill>
              </a:defRPr>
            </a:lvl3pPr>
            <a:lvl4pPr indent="-228600" lvl="3" marL="1828800" algn="l">
              <a:lnSpc>
                <a:spcPct val="117000"/>
              </a:lnSpc>
              <a:spcBef>
                <a:spcPts val="0"/>
              </a:spcBef>
              <a:spcAft>
                <a:spcPts val="0"/>
              </a:spcAft>
              <a:buSzPts val="1800"/>
              <a:buFont typeface="Arial"/>
              <a:buNone/>
              <a:defRPr b="0" sz="1800">
                <a:solidFill>
                  <a:schemeClr val="lt1"/>
                </a:solidFill>
              </a:defRPr>
            </a:lvl4pPr>
            <a:lvl5pPr indent="-228600" lvl="4" marL="2286000" algn="l">
              <a:lnSpc>
                <a:spcPct val="117000"/>
              </a:lnSpc>
              <a:spcBef>
                <a:spcPts val="0"/>
              </a:spcBef>
              <a:spcAft>
                <a:spcPts val="0"/>
              </a:spcAft>
              <a:buSzPts val="1800"/>
              <a:buFont typeface="Arial"/>
              <a:buNone/>
              <a:defRPr b="0" sz="1800">
                <a:solidFill>
                  <a:schemeClr val="lt1"/>
                </a:solidFill>
              </a:defRPr>
            </a:lvl5pPr>
            <a:lvl6pPr indent="-228600" lvl="5" marL="2743200" algn="l">
              <a:lnSpc>
                <a:spcPct val="117000"/>
              </a:lnSpc>
              <a:spcBef>
                <a:spcPts val="0"/>
              </a:spcBef>
              <a:spcAft>
                <a:spcPts val="0"/>
              </a:spcAft>
              <a:buSzPts val="1800"/>
              <a:buFont typeface="Arial"/>
              <a:buNone/>
              <a:defRPr b="0" sz="1800">
                <a:solidFill>
                  <a:schemeClr val="lt1"/>
                </a:solidFill>
              </a:defRPr>
            </a:lvl6pPr>
            <a:lvl7pPr indent="-228600" lvl="6" marL="3200400" algn="l">
              <a:lnSpc>
                <a:spcPct val="117000"/>
              </a:lnSpc>
              <a:spcBef>
                <a:spcPts val="0"/>
              </a:spcBef>
              <a:spcAft>
                <a:spcPts val="0"/>
              </a:spcAft>
              <a:buClr>
                <a:schemeClr val="lt1"/>
              </a:buClr>
              <a:buSzPts val="1800"/>
              <a:buFont typeface="Arial"/>
              <a:buNone/>
              <a:defRPr b="0" sz="1800">
                <a:solidFill>
                  <a:schemeClr val="lt1"/>
                </a:solidFill>
              </a:defRPr>
            </a:lvl7pPr>
            <a:lvl8pPr indent="-228600" lvl="7" marL="3657600" algn="l">
              <a:lnSpc>
                <a:spcPct val="117000"/>
              </a:lnSpc>
              <a:spcBef>
                <a:spcPts val="0"/>
              </a:spcBef>
              <a:spcAft>
                <a:spcPts val="0"/>
              </a:spcAft>
              <a:buClr>
                <a:schemeClr val="lt1"/>
              </a:buClr>
              <a:buSzPts val="1800"/>
              <a:buFont typeface="Arial"/>
              <a:buNone/>
              <a:defRPr b="0" sz="1800">
                <a:solidFill>
                  <a:schemeClr val="lt1"/>
                </a:solidFill>
              </a:defRPr>
            </a:lvl8pPr>
            <a:lvl9pPr indent="-228600" lvl="8" marL="4114800" algn="l">
              <a:lnSpc>
                <a:spcPct val="117000"/>
              </a:lnSpc>
              <a:spcBef>
                <a:spcPts val="0"/>
              </a:spcBef>
              <a:spcAft>
                <a:spcPts val="0"/>
              </a:spcAft>
              <a:buClr>
                <a:schemeClr val="lt1"/>
              </a:buClr>
              <a:buSzPts val="1800"/>
              <a:buFont typeface="Arial"/>
              <a:buNone/>
              <a:defRPr b="0" sz="1800">
                <a:solidFill>
                  <a:schemeClr val="lt1"/>
                </a:solidFill>
              </a:defRPr>
            </a:lvl9pPr>
          </a:lstStyle>
          <a:p/>
        </p:txBody>
      </p:sp>
      <p:grpSp>
        <p:nvGrpSpPr>
          <p:cNvPr id="196" name="Google Shape;196;p21"/>
          <p:cNvGrpSpPr/>
          <p:nvPr/>
        </p:nvGrpSpPr>
        <p:grpSpPr>
          <a:xfrm>
            <a:off x="-9655" y="1395705"/>
            <a:ext cx="12205142" cy="4784349"/>
            <a:chOff x="-9655" y="1395705"/>
            <a:chExt cx="12205142" cy="4784349"/>
          </a:xfrm>
        </p:grpSpPr>
        <p:sp>
          <p:nvSpPr>
            <p:cNvPr id="197" name="Google Shape;197;p21"/>
            <p:cNvSpPr/>
            <p:nvPr/>
          </p:nvSpPr>
          <p:spPr>
            <a:xfrm>
              <a:off x="-9655" y="1395705"/>
              <a:ext cx="9377121" cy="3961596"/>
            </a:xfrm>
            <a:custGeom>
              <a:rect b="b" l="l" r="r" t="t"/>
              <a:pathLst>
                <a:path extrusionOk="0" h="3961596" w="9377121">
                  <a:moveTo>
                    <a:pt x="0" y="0"/>
                  </a:moveTo>
                  <a:lnTo>
                    <a:pt x="0" y="3961597"/>
                  </a:lnTo>
                  <a:lnTo>
                    <a:pt x="7935270" y="3961597"/>
                  </a:lnTo>
                  <a:lnTo>
                    <a:pt x="9377121" y="0"/>
                  </a:lnTo>
                  <a:lnTo>
                    <a:pt x="0" y="0"/>
                  </a:lnTo>
                  <a:close/>
                </a:path>
              </a:pathLst>
            </a:custGeom>
            <a:solidFill>
              <a:srgbClr val="5F5B9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21"/>
            <p:cNvSpPr/>
            <p:nvPr/>
          </p:nvSpPr>
          <p:spPr>
            <a:xfrm>
              <a:off x="7703907" y="4054016"/>
              <a:ext cx="4491580" cy="2126038"/>
            </a:xfrm>
            <a:custGeom>
              <a:rect b="b" l="l" r="r" t="t"/>
              <a:pathLst>
                <a:path extrusionOk="0" h="2126038" w="4491580">
                  <a:moveTo>
                    <a:pt x="4491581" y="0"/>
                  </a:moveTo>
                  <a:lnTo>
                    <a:pt x="773810" y="0"/>
                  </a:lnTo>
                  <a:lnTo>
                    <a:pt x="0" y="2126039"/>
                  </a:lnTo>
                  <a:lnTo>
                    <a:pt x="4490437" y="2126039"/>
                  </a:lnTo>
                  <a:lnTo>
                    <a:pt x="4491581" y="2123115"/>
                  </a:lnTo>
                  <a:lnTo>
                    <a:pt x="4491581" y="0"/>
                  </a:lnTo>
                  <a:close/>
                </a:path>
              </a:pathLst>
            </a:custGeom>
            <a:solidFill>
              <a:srgbClr val="A78EC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p:cSld name="Nur Titel">
    <p:spTree>
      <p:nvGrpSpPr>
        <p:cNvPr id="199" name="Shape 199"/>
        <p:cNvGrpSpPr/>
        <p:nvPr/>
      </p:nvGrpSpPr>
      <p:grpSpPr>
        <a:xfrm>
          <a:off x="0" y="0"/>
          <a:ext cx="0" cy="0"/>
          <a:chOff x="0" y="0"/>
          <a:chExt cx="0" cy="0"/>
        </a:xfrm>
      </p:grpSpPr>
      <p:sp>
        <p:nvSpPr>
          <p:cNvPr id="200" name="Google Shape;200;p22"/>
          <p:cNvSpPr txBox="1"/>
          <p:nvPr>
            <p:ph type="title"/>
          </p:nvPr>
        </p:nvSpPr>
        <p:spPr>
          <a:xfrm>
            <a:off x="551384" y="620792"/>
            <a:ext cx="11088000" cy="864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22"/>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22"/>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22"/>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4" name="Google Shape;204;p22"/>
          <p:cNvSpPr txBox="1"/>
          <p:nvPr>
            <p:ph idx="1" type="body"/>
          </p:nvPr>
        </p:nvSpPr>
        <p:spPr>
          <a:xfrm>
            <a:off x="552616" y="260648"/>
            <a:ext cx="11088000" cy="288000"/>
          </a:xfrm>
          <a:prstGeom prst="rect">
            <a:avLst/>
          </a:prstGeom>
          <a:noFill/>
          <a:ln>
            <a:noFill/>
          </a:ln>
        </p:spPr>
        <p:txBody>
          <a:bodyPr anchorCtr="0" anchor="b" bIns="7200" lIns="0" spcFirstLastPara="1" rIns="0" wrap="square" tIns="0">
            <a:noAutofit/>
          </a:bodyPr>
          <a:lstStyle>
            <a:lvl1pPr indent="-228600" lvl="0" marL="457200" algn="l">
              <a:lnSpc>
                <a:spcPct val="117000"/>
              </a:lnSpc>
              <a:spcBef>
                <a:spcPts val="0"/>
              </a:spcBef>
              <a:spcAft>
                <a:spcPts val="0"/>
              </a:spcAft>
              <a:buClr>
                <a:schemeClr val="dk1"/>
              </a:buClr>
              <a:buSzPts val="1400"/>
              <a:buFont typeface="Calibri"/>
              <a:buNone/>
              <a:defRPr b="0" sz="1400" u="sng">
                <a:solidFill>
                  <a:schemeClr val="dk1"/>
                </a:solidFill>
              </a:defRPr>
            </a:lvl1pPr>
            <a:lvl2pPr indent="-228600" lvl="1" marL="914400" algn="l">
              <a:lnSpc>
                <a:spcPct val="117000"/>
              </a:lnSpc>
              <a:spcBef>
                <a:spcPts val="0"/>
              </a:spcBef>
              <a:spcAft>
                <a:spcPts val="0"/>
              </a:spcAft>
              <a:buClr>
                <a:schemeClr val="dk1"/>
              </a:buClr>
              <a:buSzPts val="1400"/>
              <a:buFont typeface="Calibri"/>
              <a:buNone/>
              <a:defRPr b="0" sz="1400" u="none">
                <a:solidFill>
                  <a:schemeClr val="dk1"/>
                </a:solidFill>
              </a:defRPr>
            </a:lvl2pPr>
            <a:lvl3pPr indent="-228600" lvl="2" marL="1371600" algn="l">
              <a:lnSpc>
                <a:spcPct val="117000"/>
              </a:lnSpc>
              <a:spcBef>
                <a:spcPts val="0"/>
              </a:spcBef>
              <a:spcAft>
                <a:spcPts val="0"/>
              </a:spcAft>
              <a:buSzPts val="1400"/>
              <a:buFont typeface="Calibri"/>
              <a:buNone/>
              <a:defRPr b="0" sz="1400" u="none">
                <a:solidFill>
                  <a:schemeClr val="dk1"/>
                </a:solidFill>
              </a:defRPr>
            </a:lvl3pPr>
            <a:lvl4pPr indent="-228600" lvl="3" marL="1828800" algn="l">
              <a:lnSpc>
                <a:spcPct val="117000"/>
              </a:lnSpc>
              <a:spcBef>
                <a:spcPts val="0"/>
              </a:spcBef>
              <a:spcAft>
                <a:spcPts val="0"/>
              </a:spcAft>
              <a:buSzPts val="1400"/>
              <a:buFont typeface="Calibri"/>
              <a:buNone/>
              <a:defRPr b="0" sz="1400" u="none">
                <a:solidFill>
                  <a:schemeClr val="dk1"/>
                </a:solidFill>
              </a:defRPr>
            </a:lvl4pPr>
            <a:lvl5pPr indent="-228600" lvl="4" marL="2286000" algn="l">
              <a:lnSpc>
                <a:spcPct val="117000"/>
              </a:lnSpc>
              <a:spcBef>
                <a:spcPts val="0"/>
              </a:spcBef>
              <a:spcAft>
                <a:spcPts val="0"/>
              </a:spcAft>
              <a:buSzPts val="1400"/>
              <a:buFont typeface="Calibri"/>
              <a:buNone/>
              <a:defRPr b="0" sz="1400" u="none">
                <a:solidFill>
                  <a:schemeClr val="dk1"/>
                </a:solidFill>
              </a:defRPr>
            </a:lvl5pPr>
            <a:lvl6pPr indent="-228600" lvl="5" marL="2743200" algn="l">
              <a:lnSpc>
                <a:spcPct val="117000"/>
              </a:lnSpc>
              <a:spcBef>
                <a:spcPts val="0"/>
              </a:spcBef>
              <a:spcAft>
                <a:spcPts val="0"/>
              </a:spcAft>
              <a:buSzPts val="1400"/>
              <a:buFont typeface="Calibri"/>
              <a:buNone/>
              <a:defRPr b="0" sz="1400" u="none">
                <a:solidFill>
                  <a:schemeClr val="dk1"/>
                </a:solidFill>
              </a:defRPr>
            </a:lvl6pPr>
            <a:lvl7pPr indent="-228600" lvl="6" marL="3200400" algn="l">
              <a:lnSpc>
                <a:spcPct val="117000"/>
              </a:lnSpc>
              <a:spcBef>
                <a:spcPts val="0"/>
              </a:spcBef>
              <a:spcAft>
                <a:spcPts val="0"/>
              </a:spcAft>
              <a:buClr>
                <a:schemeClr val="dk1"/>
              </a:buClr>
              <a:buSzPts val="1400"/>
              <a:buFont typeface="Calibri"/>
              <a:buNone/>
              <a:defRPr b="0" sz="1400" u="none">
                <a:solidFill>
                  <a:schemeClr val="dk1"/>
                </a:solidFill>
              </a:defRPr>
            </a:lvl7pPr>
            <a:lvl8pPr indent="-228600" lvl="7" marL="3657600" algn="l">
              <a:lnSpc>
                <a:spcPct val="117000"/>
              </a:lnSpc>
              <a:spcBef>
                <a:spcPts val="0"/>
              </a:spcBef>
              <a:spcAft>
                <a:spcPts val="0"/>
              </a:spcAft>
              <a:buClr>
                <a:schemeClr val="dk1"/>
              </a:buClr>
              <a:buSzPts val="1400"/>
              <a:buFont typeface="Calibri"/>
              <a:buNone/>
              <a:defRPr b="0" sz="1400" u="none">
                <a:solidFill>
                  <a:schemeClr val="dk1"/>
                </a:solidFill>
              </a:defRPr>
            </a:lvl8pPr>
            <a:lvl9pPr indent="-228600" lvl="8" marL="4114800" algn="l">
              <a:lnSpc>
                <a:spcPct val="117000"/>
              </a:lnSpc>
              <a:spcBef>
                <a:spcPts val="0"/>
              </a:spcBef>
              <a:spcAft>
                <a:spcPts val="0"/>
              </a:spcAft>
              <a:buClr>
                <a:schemeClr val="dk1"/>
              </a:buClr>
              <a:buSzPts val="1400"/>
              <a:buFont typeface="Calibri"/>
              <a:buNone/>
              <a:defRPr b="0" sz="1400" u="none">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6.xml"/><Relationship Id="rId22" Type="http://schemas.openxmlformats.org/officeDocument/2006/relationships/slideLayout" Target="../slideLayouts/slideLayout18.xml"/><Relationship Id="rId21" Type="http://schemas.openxmlformats.org/officeDocument/2006/relationships/slideLayout" Target="../slideLayouts/slideLayout17.xml"/><Relationship Id="rId24" Type="http://schemas.openxmlformats.org/officeDocument/2006/relationships/slideLayout" Target="../slideLayouts/slideLayout20.xml"/><Relationship Id="rId23" Type="http://schemas.openxmlformats.org/officeDocument/2006/relationships/slideLayout" Target="../slideLayouts/slideLayout19.xml"/><Relationship Id="rId1" Type="http://schemas.openxmlformats.org/officeDocument/2006/relationships/image" Target="../media/image1.png"/><Relationship Id="rId2" Type="http://schemas.openxmlformats.org/officeDocument/2006/relationships/image" Target="../media/image9.jpg"/><Relationship Id="rId3" Type="http://schemas.openxmlformats.org/officeDocument/2006/relationships/image" Target="../media/image2.jpg"/><Relationship Id="rId4" Type="http://schemas.openxmlformats.org/officeDocument/2006/relationships/image" Target="../media/image6.png"/><Relationship Id="rId9" Type="http://schemas.openxmlformats.org/officeDocument/2006/relationships/slideLayout" Target="../slideLayouts/slideLayout5.xml"/><Relationship Id="rId26" Type="http://schemas.openxmlformats.org/officeDocument/2006/relationships/theme" Target="../theme/theme2.xml"/><Relationship Id="rId25" Type="http://schemas.openxmlformats.org/officeDocument/2006/relationships/slideLayout" Target="../slideLayouts/slideLayout21.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7" Type="http://schemas.openxmlformats.org/officeDocument/2006/relationships/slideLayout" Target="../slideLayouts/slideLayout13.xml"/><Relationship Id="rId16" Type="http://schemas.openxmlformats.org/officeDocument/2006/relationships/slideLayout" Target="../slideLayouts/slideLayout12.xml"/><Relationship Id="rId19" Type="http://schemas.openxmlformats.org/officeDocument/2006/relationships/slideLayout" Target="../slideLayouts/slideLayout15.xml"/><Relationship Id="rId1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51384" y="620792"/>
            <a:ext cx="11088000" cy="864000"/>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800"/>
              <a:buFont typeface="Calibri"/>
              <a:buNone/>
              <a:defRPr b="1" i="0" sz="28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551384" y="1701296"/>
            <a:ext cx="11088000" cy="4464000"/>
          </a:xfrm>
          <a:prstGeom prst="rect">
            <a:avLst/>
          </a:prstGeom>
          <a:noFill/>
          <a:ln>
            <a:noFill/>
          </a:ln>
        </p:spPr>
        <p:txBody>
          <a:bodyPr anchorCtr="0" anchor="t" bIns="0" lIns="0" spcFirstLastPara="1" rIns="0" wrap="square" tIns="18000">
            <a:noAutofit/>
          </a:bodyPr>
          <a:lstStyle>
            <a:lvl1pPr indent="-228600" lvl="0" marL="457200" marR="0" rtl="0" algn="l">
              <a:lnSpc>
                <a:spcPct val="117000"/>
              </a:lnSpc>
              <a:spcBef>
                <a:spcPts val="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1pPr>
            <a:lvl2pPr indent="-228600" lvl="1" marL="914400" marR="0" rtl="0" algn="l">
              <a:lnSpc>
                <a:spcPct val="117000"/>
              </a:lnSpc>
              <a:spcBef>
                <a:spcPts val="1400"/>
              </a:spcBef>
              <a:spcAft>
                <a:spcPts val="0"/>
              </a:spcAft>
              <a:buClr>
                <a:schemeClr val="accent5"/>
              </a:buClr>
              <a:buSzPts val="2000"/>
              <a:buFont typeface="Arial"/>
              <a:buNone/>
              <a:defRPr b="1" i="0" sz="2000" u="none" cap="none" strike="noStrike">
                <a:solidFill>
                  <a:schemeClr val="accent5"/>
                </a:solidFill>
                <a:latin typeface="Calibri"/>
                <a:ea typeface="Calibri"/>
                <a:cs typeface="Calibri"/>
                <a:sym typeface="Calibri"/>
              </a:defRPr>
            </a:lvl2pPr>
            <a:lvl3pPr indent="-355600" lvl="2" marL="1371600" marR="0" rtl="0" algn="l">
              <a:lnSpc>
                <a:spcPct val="117000"/>
              </a:lnSpc>
              <a:spcBef>
                <a:spcPts val="1200"/>
              </a:spcBef>
              <a:spcAft>
                <a:spcPts val="0"/>
              </a:spcAft>
              <a:buClr>
                <a:schemeClr val="accent5"/>
              </a:buClr>
              <a:buSzPts val="2000"/>
              <a:buFont typeface="Calibri"/>
              <a:buAutoNum type="arabicPeriod"/>
              <a:defRPr b="0" i="0" sz="2000" u="none" cap="none" strike="noStrike">
                <a:solidFill>
                  <a:schemeClr val="dk1"/>
                </a:solidFill>
                <a:latin typeface="Calibri"/>
                <a:ea typeface="Calibri"/>
                <a:cs typeface="Calibri"/>
                <a:sym typeface="Calibri"/>
              </a:defRPr>
            </a:lvl3pPr>
            <a:lvl4pPr indent="-355600" lvl="3" marL="1828800" marR="0" rtl="0" algn="l">
              <a:lnSpc>
                <a:spcPct val="117000"/>
              </a:lnSpc>
              <a:spcBef>
                <a:spcPts val="0"/>
              </a:spcBef>
              <a:spcAft>
                <a:spcPts val="0"/>
              </a:spcAft>
              <a:buClr>
                <a:schemeClr val="accent5"/>
              </a:buClr>
              <a:buSzPts val="2000"/>
              <a:buFont typeface="Calibri"/>
              <a:buChar char="•"/>
              <a:defRPr b="0" i="0" sz="2000" u="none" cap="none" strike="noStrike">
                <a:solidFill>
                  <a:schemeClr val="dk1"/>
                </a:solidFill>
                <a:latin typeface="Calibri"/>
                <a:ea typeface="Calibri"/>
                <a:cs typeface="Calibri"/>
                <a:sym typeface="Calibri"/>
              </a:defRPr>
            </a:lvl4pPr>
            <a:lvl5pPr indent="-342900" lvl="4" marL="2286000" marR="0" rtl="0" algn="l">
              <a:lnSpc>
                <a:spcPct val="117000"/>
              </a:lnSpc>
              <a:spcBef>
                <a:spcPts val="0"/>
              </a:spcBef>
              <a:spcAft>
                <a:spcPts val="0"/>
              </a:spcAft>
              <a:buClr>
                <a:schemeClr val="accent5"/>
              </a:buClr>
              <a:buSzPts val="1800"/>
              <a:buFont typeface="Calibri"/>
              <a:buChar char="•"/>
              <a:defRPr b="0" i="0" sz="1800" u="none" cap="none" strike="noStrike">
                <a:solidFill>
                  <a:schemeClr val="dk1"/>
                </a:solidFill>
                <a:latin typeface="Calibri"/>
                <a:ea typeface="Calibri"/>
                <a:cs typeface="Calibri"/>
                <a:sym typeface="Calibri"/>
              </a:defRPr>
            </a:lvl5pPr>
            <a:lvl6pPr indent="-330200" lvl="5" marL="2743200" marR="0" rtl="0" algn="l">
              <a:lnSpc>
                <a:spcPct val="117000"/>
              </a:lnSpc>
              <a:spcBef>
                <a:spcPts val="0"/>
              </a:spcBef>
              <a:spcAft>
                <a:spcPts val="0"/>
              </a:spcAft>
              <a:buClr>
                <a:schemeClr val="accent5"/>
              </a:buClr>
              <a:buSzPts val="1600"/>
              <a:buFont typeface="Calibri"/>
              <a:buChar char="•"/>
              <a:defRPr b="0" i="0" sz="1600" u="none" cap="none" strike="noStrike">
                <a:solidFill>
                  <a:schemeClr val="dk1"/>
                </a:solidFill>
                <a:latin typeface="Calibri"/>
                <a:ea typeface="Calibri"/>
                <a:cs typeface="Calibri"/>
                <a:sym typeface="Calibri"/>
              </a:defRPr>
            </a:lvl6pPr>
            <a:lvl7pPr indent="-228600" lvl="6" marL="3200400" marR="0" rtl="0" algn="l">
              <a:lnSpc>
                <a:spcPct val="117000"/>
              </a:lnSpc>
              <a:spcBef>
                <a:spcPts val="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7pPr>
            <a:lvl8pPr indent="-228600" lvl="7" marL="3657600" marR="0" rtl="0" algn="l">
              <a:lnSpc>
                <a:spcPct val="117000"/>
              </a:lnSpc>
              <a:spcBef>
                <a:spcPts val="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8pPr>
            <a:lvl9pPr indent="-228600" lvl="8" marL="4114800" marR="0" rtl="0" algn="l">
              <a:lnSpc>
                <a:spcPct val="117000"/>
              </a:lnSpc>
              <a:spcBef>
                <a:spcPts val="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lvl1pPr lvl="0" marR="0" rtl="0" algn="ctr">
              <a:spcBef>
                <a:spcPts val="0"/>
              </a:spcBef>
              <a:spcAft>
                <a:spcPts val="0"/>
              </a:spcAft>
              <a:buSzPts val="1400"/>
              <a:buNone/>
              <a:defRPr b="0" i="0" sz="800" u="none" cap="none" strike="noStrike">
                <a:solidFill>
                  <a:srgbClr val="888E9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lvl1pPr lvl="0" marR="0" rtl="0" algn="r">
              <a:spcBef>
                <a:spcPts val="0"/>
              </a:spcBef>
              <a:spcAft>
                <a:spcPts val="0"/>
              </a:spcAft>
              <a:buSzPts val="1400"/>
              <a:buNone/>
              <a:defRPr b="0" i="0" sz="800" u="none" cap="none" strike="noStrike">
                <a:solidFill>
                  <a:srgbClr val="888E9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lvl1pPr indent="0" lvl="0" marL="0" marR="0" rtl="0" algn="r">
              <a:spcBef>
                <a:spcPts val="0"/>
              </a:spcBef>
              <a:buNone/>
              <a:defRPr b="0" i="0" sz="1100" u="none" cap="none" strike="noStrike">
                <a:solidFill>
                  <a:srgbClr val="888E9B"/>
                </a:solidFill>
                <a:latin typeface="Calibri"/>
                <a:ea typeface="Calibri"/>
                <a:cs typeface="Calibri"/>
                <a:sym typeface="Calibri"/>
              </a:defRPr>
            </a:lvl1pPr>
            <a:lvl2pPr indent="0" lvl="1" marL="0" marR="0" rtl="0" algn="r">
              <a:spcBef>
                <a:spcPts val="0"/>
              </a:spcBef>
              <a:buNone/>
              <a:defRPr b="0" i="0" sz="1100" u="none" cap="none" strike="noStrike">
                <a:solidFill>
                  <a:srgbClr val="888E9B"/>
                </a:solidFill>
                <a:latin typeface="Calibri"/>
                <a:ea typeface="Calibri"/>
                <a:cs typeface="Calibri"/>
                <a:sym typeface="Calibri"/>
              </a:defRPr>
            </a:lvl2pPr>
            <a:lvl3pPr indent="0" lvl="2" marL="0" marR="0" rtl="0" algn="r">
              <a:spcBef>
                <a:spcPts val="0"/>
              </a:spcBef>
              <a:buNone/>
              <a:defRPr b="0" i="0" sz="1100" u="none" cap="none" strike="noStrike">
                <a:solidFill>
                  <a:srgbClr val="888E9B"/>
                </a:solidFill>
                <a:latin typeface="Calibri"/>
                <a:ea typeface="Calibri"/>
                <a:cs typeface="Calibri"/>
                <a:sym typeface="Calibri"/>
              </a:defRPr>
            </a:lvl3pPr>
            <a:lvl4pPr indent="0" lvl="3" marL="0" marR="0" rtl="0" algn="r">
              <a:spcBef>
                <a:spcPts val="0"/>
              </a:spcBef>
              <a:buNone/>
              <a:defRPr b="0" i="0" sz="1100" u="none" cap="none" strike="noStrike">
                <a:solidFill>
                  <a:srgbClr val="888E9B"/>
                </a:solidFill>
                <a:latin typeface="Calibri"/>
                <a:ea typeface="Calibri"/>
                <a:cs typeface="Calibri"/>
                <a:sym typeface="Calibri"/>
              </a:defRPr>
            </a:lvl4pPr>
            <a:lvl5pPr indent="0" lvl="4" marL="0" marR="0" rtl="0" algn="r">
              <a:spcBef>
                <a:spcPts val="0"/>
              </a:spcBef>
              <a:buNone/>
              <a:defRPr b="0" i="0" sz="1100" u="none" cap="none" strike="noStrike">
                <a:solidFill>
                  <a:srgbClr val="888E9B"/>
                </a:solidFill>
                <a:latin typeface="Calibri"/>
                <a:ea typeface="Calibri"/>
                <a:cs typeface="Calibri"/>
                <a:sym typeface="Calibri"/>
              </a:defRPr>
            </a:lvl5pPr>
            <a:lvl6pPr indent="0" lvl="5" marL="0" marR="0" rtl="0" algn="r">
              <a:spcBef>
                <a:spcPts val="0"/>
              </a:spcBef>
              <a:buNone/>
              <a:defRPr b="0" i="0" sz="1100" u="none" cap="none" strike="noStrike">
                <a:solidFill>
                  <a:srgbClr val="888E9B"/>
                </a:solidFill>
                <a:latin typeface="Calibri"/>
                <a:ea typeface="Calibri"/>
                <a:cs typeface="Calibri"/>
                <a:sym typeface="Calibri"/>
              </a:defRPr>
            </a:lvl6pPr>
            <a:lvl7pPr indent="0" lvl="6" marL="0" marR="0" rtl="0" algn="r">
              <a:spcBef>
                <a:spcPts val="0"/>
              </a:spcBef>
              <a:buNone/>
              <a:defRPr b="0" i="0" sz="1100" u="none" cap="none" strike="noStrike">
                <a:solidFill>
                  <a:srgbClr val="888E9B"/>
                </a:solidFill>
                <a:latin typeface="Calibri"/>
                <a:ea typeface="Calibri"/>
                <a:cs typeface="Calibri"/>
                <a:sym typeface="Calibri"/>
              </a:defRPr>
            </a:lvl7pPr>
            <a:lvl8pPr indent="0" lvl="7" marL="0" marR="0" rtl="0" algn="r">
              <a:spcBef>
                <a:spcPts val="0"/>
              </a:spcBef>
              <a:buNone/>
              <a:defRPr b="0" i="0" sz="1100" u="none" cap="none" strike="noStrike">
                <a:solidFill>
                  <a:srgbClr val="888E9B"/>
                </a:solidFill>
                <a:latin typeface="Calibri"/>
                <a:ea typeface="Calibri"/>
                <a:cs typeface="Calibri"/>
                <a:sym typeface="Calibri"/>
              </a:defRPr>
            </a:lvl8pPr>
            <a:lvl9pPr indent="0" lvl="8" marL="0" marR="0" rtl="0" algn="r">
              <a:spcBef>
                <a:spcPts val="0"/>
              </a:spcBef>
              <a:buNone/>
              <a:defRPr b="0" i="0" sz="1100" u="none" cap="none" strike="noStrike">
                <a:solidFill>
                  <a:srgbClr val="888E9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1"/>
          <p:cNvPicPr preferRelativeResize="0"/>
          <p:nvPr/>
        </p:nvPicPr>
        <p:blipFill rotWithShape="1">
          <a:blip r:embed="rId1">
            <a:alphaModFix/>
          </a:blip>
          <a:srcRect b="0" l="0" r="0" t="0"/>
          <a:stretch/>
        </p:blipFill>
        <p:spPr>
          <a:xfrm>
            <a:off x="475635" y="6277045"/>
            <a:ext cx="383407" cy="396000"/>
          </a:xfrm>
          <a:prstGeom prst="rect">
            <a:avLst/>
          </a:prstGeom>
          <a:noFill/>
          <a:ln>
            <a:noFill/>
          </a:ln>
        </p:spPr>
      </p:pic>
      <p:sp>
        <p:nvSpPr>
          <p:cNvPr id="16" name="Google Shape;16;p1"/>
          <p:cNvSpPr/>
          <p:nvPr/>
        </p:nvSpPr>
        <p:spPr>
          <a:xfrm>
            <a:off x="883443" y="6267450"/>
            <a:ext cx="171451" cy="404813"/>
          </a:xfrm>
          <a:prstGeom prst="parallelogram">
            <a:avLst>
              <a:gd fmla="val 86333" name="adj"/>
            </a:avLst>
          </a:prstGeom>
          <a:solidFill>
            <a:schemeClr val="accent1">
              <a:alpha val="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7" name="Google Shape;17;p1"/>
          <p:cNvPicPr preferRelativeResize="0"/>
          <p:nvPr/>
        </p:nvPicPr>
        <p:blipFill rotWithShape="1">
          <a:blip r:embed="rId2">
            <a:alphaModFix/>
          </a:blip>
          <a:srcRect b="0" l="0" r="0" t="0"/>
          <a:stretch/>
        </p:blipFill>
        <p:spPr>
          <a:xfrm>
            <a:off x="1080000" y="6278400"/>
            <a:ext cx="404396" cy="396000"/>
          </a:xfrm>
          <a:prstGeom prst="rect">
            <a:avLst/>
          </a:prstGeom>
          <a:noFill/>
          <a:ln>
            <a:noFill/>
          </a:ln>
        </p:spPr>
      </p:pic>
      <p:pic>
        <p:nvPicPr>
          <p:cNvPr id="18" name="Google Shape;18;p1"/>
          <p:cNvPicPr preferRelativeResize="0"/>
          <p:nvPr/>
        </p:nvPicPr>
        <p:blipFill rotWithShape="1">
          <a:blip r:embed="rId3">
            <a:alphaModFix/>
          </a:blip>
          <a:srcRect b="0" l="0" r="0" t="0"/>
          <a:stretch/>
        </p:blipFill>
        <p:spPr>
          <a:xfrm>
            <a:off x="853200" y="6278400"/>
            <a:ext cx="225286" cy="396000"/>
          </a:xfrm>
          <a:prstGeom prst="rect">
            <a:avLst/>
          </a:prstGeom>
          <a:noFill/>
          <a:ln>
            <a:noFill/>
          </a:ln>
        </p:spPr>
      </p:pic>
      <p:pic>
        <p:nvPicPr>
          <p:cNvPr id="19" name="Google Shape;19;p1"/>
          <p:cNvPicPr preferRelativeResize="0"/>
          <p:nvPr/>
        </p:nvPicPr>
        <p:blipFill rotWithShape="1">
          <a:blip r:embed="rId4">
            <a:alphaModFix/>
          </a:blip>
          <a:srcRect b="9343" l="0" r="72828" t="0"/>
          <a:stretch/>
        </p:blipFill>
        <p:spPr>
          <a:xfrm>
            <a:off x="1511384" y="6286012"/>
            <a:ext cx="351979" cy="35900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5"/>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 id="2147483666" r:id="rId23"/>
    <p:sldLayoutId id="2147483667" r:id="rId24"/>
    <p:sldLayoutId id="2147483668" r:id="rId2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notesSlide" Target="../notesSlides/notesSlide1.xml" /><ns0:Relationship Id="rIdIllustration" Type="http://schemas.openxmlformats.org/officeDocument/2006/relationships/image" Target="../media/midterm-story.png"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4.xml" /></ns0:Relationships>
</file>

<file path=ppt/slides/_rels/slide5.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6.xml" /></ns0: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1.xml" /></ns0:Relationships>
</file>

<file path=ppt/slides/_rels/slide12.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4.xml" /></ns0:Relationships>
</file>

<file path=ppt/slides/_rels/slide15.xml.rels><?xml version='1.0' encoding='utf-8'?>
<ns0:Relationships xmlns:ns0="http://schemas.openxmlformats.org/package/2006/relationships"><ns0:Relationship Id="rId1" Type="http://schemas.openxmlformats.org/officeDocument/2006/relationships/slideLayout" Target="../slideLayouts/slideLayout3.xml" /><ns0:Relationship Id="rId2" Type="http://schemas.openxmlformats.org/officeDocument/2006/relationships/notesSlide" Target="../notesSlides/notesSlide15.xml" /></ns0: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08" name="Shape 208"/>
        <p:cNvGrpSpPr/>
        <p:nvPr/>
      </p:nvGrpSpPr>
      <p:grpSpPr>
        <a:xfrm>
          <a:off x="0" y="0"/>
          <a:ext cx="0" cy="0"/>
          <a:chOff x="0" y="0"/>
          <a:chExt cx="0" cy="0"/>
        </a:xfrm>
      </p:grpSpPr>
      <p:sp>
        <p:nvSpPr>
          <p:cNvPr id="210" name="Google Shape;210;p23"/>
          <p:cNvSpPr txBox="1"/>
          <p:nvPr>
            <p:ph type="ctrTitle"/>
          </p:nvPr>
        </p:nvSpPr>
        <p:spPr>
          <a:xfrm>
            <a:off x="561872" y="2350000"/>
            <a:ext cx="4814048" cy="1800000"/>
          </a:xfrm>
          <a:prstGeom prst="rect">
            <a:avLst/>
          </a:prstGeom>
          <a:noFill/>
          <a:ln>
            <a:noFill/>
          </a:ln>
        </p:spPr>
        <p:txBody>
          <a:bodyPr anchorCtr="0" anchor="b" bIns="0" lIns="0" spcFirstLastPara="1" rIns="0" wrap="square" tIns="0">
            <a:normAutofit/>
          </a:bodyPr>
          <a:lstStyle/>
          <a:p>
            <a:pPr marL="0" indent="0">
              <a:buNone/>
              <a:spcAft>
                <a:spcPts val="0"/>
              </a:spcAft>
              <a:lnSpc>
                <a:spcPct val="110000"/>
              </a:lnSpc>
            </a:pPr>
            <a:r>
              <a:rPr sz="3200" b="1">
                <a:latin typeface="Calibri"/>
                <a:solidFill>
                  <a:srgbClr val="FFFFFF"/>
                </a:solidFill>
              </a:rPr>
              <a:t>Privacy-aware</a:t>
            </a:r>
          </a:p>
          <a:p>
            <a:pPr marL="0" indent="0">
              <a:buNone/>
              <a:spcAft>
                <a:spcPts val="0"/>
              </a:spcAft>
              <a:lnSpc>
                <a:spcPct val="110000"/>
              </a:lnSpc>
            </a:pPr>
            <a:r>
              <a:rPr sz="3200" b="1">
                <a:latin typeface="Calibri"/>
                <a:solidFill>
                  <a:srgbClr val="FFFFFF"/>
                </a:solidFill>
              </a:rPr>
              <a:t>robot reminders</a:t>
            </a:r>
          </a:p>
        </p:txBody>
      </p:sp>
      <p:sp>
        <p:nvSpPr>
          <p:cNvPr id="211" name="Google Shape;211;p23"/>
          <p:cNvSpPr txBox="1"/>
          <p:nvPr>
            <p:ph idx="1" type="subTitle"/>
          </p:nvPr>
        </p:nvSpPr>
        <p:spPr>
          <a:xfrm>
            <a:off x="551384" y="4200000"/>
            <a:ext cx="4176464" cy="1000000"/>
          </a:xfrm>
          <a:prstGeom prst="rect">
            <a:avLst/>
          </a:prstGeom>
          <a:noFill/>
          <a:ln>
            <a:noFill/>
          </a:ln>
        </p:spPr>
        <p:txBody>
          <a:bodyPr anchorCtr="0" anchor="t" bIns="0" lIns="0" spcFirstLastPara="1" rIns="0" wrap="square" tIns="18000">
            <a:noAutofit/>
          </a:bodyPr>
          <a:lstStyle/>
          <a:p>
            <a:pPr marL="0" indent="0">
              <a:buNone/>
              <a:spcAft>
                <a:spcPts val="500"/>
              </a:spcAft>
              <a:lnSpc>
                <a:spcPct val="110000"/>
              </a:lnSpc>
            </a:pPr>
            <a:r>
              <a:rPr sz="1800" b="0">
                <a:latin typeface="Calibri"/>
                <a:solidFill>
                  <a:srgbClr val="FFFFFF"/>
                </a:solidFill>
              </a:rPr>
              <a:t>Watch-mediated consent</a:t>
            </a:r>
          </a:p>
          <a:p>
            <a:pPr marL="0" indent="0">
              <a:buNone/>
              <a:spcAft>
                <a:spcPts val="500"/>
              </a:spcAft>
              <a:lnSpc>
                <a:spcPct val="110000"/>
              </a:lnSpc>
            </a:pPr>
            <a:r>
              <a:rPr sz="1800" b="0">
                <a:latin typeface="Calibri"/>
                <a:solidFill>
                  <a:srgbClr val="FFFFFF"/>
                </a:solidFill>
              </a:rPr>
              <a:t>Master’s thesis midterm</a:t>
            </a:r>
          </a:p>
        </p:txBody>
      </p:sp>
      <p:sp>
        <p:nvSpPr>
          <p:cNvPr id="212" name="Google Shape;212;p23"/>
          <p:cNvSpPr txBox="1"/>
          <p:nvPr>
            <p:ph idx="10" type="dt"/>
          </p:nvPr>
        </p:nvSpPr>
        <p:spPr>
          <a:xfrm>
            <a:off x="551384" y="5661248"/>
            <a:ext cx="1944000" cy="216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800" b="0">
                <a:latin typeface="Calibri"/>
                <a:solidFill>
                  <a:srgbClr val="FFFFFF"/>
                </a:solidFill>
              </a:rPr>
              <a:t>5 October 2026</a:t>
            </a:r>
          </a:p>
        </p:txBody>
      </p:sp>
      <p:sp>
        <p:nvSpPr>
          <p:cNvPr id="213" name="Google Shape;213;p23"/>
          <p:cNvSpPr txBox="1"/>
          <p:nvPr>
            <p:ph idx="3" type="body"/>
          </p:nvPr>
        </p:nvSpPr>
        <p:spPr>
          <a:xfrm>
            <a:off x="551384" y="5373216"/>
            <a:ext cx="2735262" cy="288000"/>
          </a:xfrm>
          <a:prstGeom prst="rect">
            <a:avLst/>
          </a:prstGeom>
          <a:noFill/>
          <a:ln>
            <a:noFill/>
          </a:ln>
        </p:spPr>
        <p:txBody>
          <a:bodyPr anchorCtr="0" anchor="t" bIns="36000" lIns="0" spcFirstLastPara="1" rIns="0" wrap="square" tIns="36000">
            <a:noAutofit/>
          </a:bodyPr>
          <a:lstStyle/>
          <a:p>
            <a:pPr marL="0" indent="0">
              <a:buNone/>
              <a:spcAft>
                <a:spcPts val="0"/>
              </a:spcAft>
              <a:lnSpc>
                <a:spcPct val="110000"/>
              </a:lnSpc>
            </a:pPr>
            <a:r>
              <a:rPr sz="1400" b="0">
                <a:latin typeface="Calibri"/>
                <a:solidFill>
                  <a:srgbClr val="FFFFFF"/>
                </a:solidFill>
              </a:rPr>
              <a:t>Aroosa Batool</a:t>
            </a:r>
          </a:p>
        </p:txBody>
      </p:sp>
      <p:pic>
        <p:nvPicPr>
          <p:cNvPr id="900" name="AI-generated storyboard illustration"/>
          <p:cNvPicPr>
            <a:picLocks noChangeAspect="1"/>
          </p:cNvPicPr>
          <p:nvPr/>
        </p:nvPicPr>
        <p:blipFill>
          <a:blip r:embed="rIdIllustration"/>
          <a:stretch>
            <a:fillRect/>
          </a:stretch>
        </p:blipFill>
        <p:spPr>
          <a:xfrm>
            <a:off x="5100000" y="2700000"/>
            <a:ext cx="6700000" cy="2233333"/>
          </a:xfrm>
          <a:prstGeom prst="rect">
            <a:avLst/>
          </a:prstGeom>
        </p:spPr>
      </p:pic>
      <p:sp>
        <p:nvSpPr>
          <p:cNvPr id="901" name="Google Shape;211;p23"/>
          <p:cNvSpPr txBox="1"/>
          <p:nvPr/>
        </p:nvSpPr>
        <p:spPr>
          <a:xfrm>
            <a:off x="5100000" y="5100000"/>
            <a:ext cx="6700000" cy="500000"/>
          </a:xfrm>
          <a:prstGeom prst="rect">
            <a:avLst/>
          </a:prstGeom>
          <a:noFill/>
          <a:ln>
            <a:noFill/>
          </a:ln>
        </p:spPr>
        <p:txBody>
          <a:bodyPr anchorCtr="0" anchor="t" bIns="0" lIns="0" spcFirstLastPara="1" rIns="0" wrap="square" tIns="18000">
            <a:noAutofit/>
          </a:bodyPr>
          <a:lstStyle/>
          <a:p>
            <a:r>
              <a:rPr sz="1200">
                <a:solidFill>
                  <a:srgbClr val="666666"/>
                </a:solidFill>
              </a:rPr>
              <a:t>AI-generated story illustration, not a prototype photograph</a:t>
            </a: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“Your doctor’s appointment is at 3 PM.”</a:t>
            </a:r>
          </a:p>
          <a:p>
            <a:pPr marL="0" indent="0">
              <a:buNone/>
              <a:spcAft>
                <a:spcPts val="1400"/>
              </a:spcAft>
              <a:lnSpc>
                <a:spcPct val="110000"/>
              </a:lnSpc>
            </a:pPr>
            <a:r>
              <a:rPr sz="2400" b="0">
                <a:latin typeface="Calibri"/>
                <a:solidFill>
                  <a:srgbClr val="FFFFFF"/>
                </a:solidFill>
              </a:rPr>
              <a:t>Helpful when alone. Potentially revealing with a visitor.</a:t>
            </a:r>
          </a:p>
          <a:p>
            <a:pPr marL="0" indent="0">
              <a:buNone/>
              <a:spcAft>
                <a:spcPts val="1400"/>
              </a:spcAft>
              <a:lnSpc>
                <a:spcPct val="110000"/>
              </a:lnSpc>
            </a:pPr>
            <a:r>
              <a:rPr sz="2400" b="0">
                <a:latin typeface="Calibri"/>
                <a:solidFill>
                  <a:srgbClr val="FFFFFF"/>
                </a:solidFill>
              </a:rPr>
              <a:t>The robot needs to choose public or private delivery.</a:t>
            </a:r>
          </a:p>
          <a:p>
            <a:pPr marL="0" indent="0">
              <a:buNone/>
              <a:spcAft>
                <a:spcPts val="1400"/>
              </a:spcAft>
              <a:lnSpc>
                <a:spcPct val="110000"/>
              </a:lnSpc>
            </a:pPr>
            <a:r>
              <a:rPr sz="2400" b="0">
                <a:latin typeface="Calibri"/>
                <a:solidFill>
                  <a:srgbClr val="FFFFFF"/>
                </a:solidFill>
              </a:rPr>
              <a:t>The wearer makes the disclosure decision on the watch.</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2</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The privacy problem</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A reminder changes meaning when someone else can hear it</a:t>
            </a:r>
          </a:p>
        </p:txBody>
      </p:sp>
    </p:spTree>
  </p:cSld>
  <p:clrMapOvr>
    <a:masterClrMapping/>
  </p:clrMapOvr>
</p:sld>
</file>

<file path=ppt/slides/slide3.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RQ1: How can a robot coordinate sensing and private consent?</a:t>
            </a:r>
          </a:p>
          <a:p>
            <a:pPr marL="0" indent="0">
              <a:buNone/>
              <a:spcAft>
                <a:spcPts val="1400"/>
              </a:spcAft>
              <a:lnSpc>
                <a:spcPct val="110000"/>
              </a:lnSpc>
            </a:pPr>
            <a:r>
              <a:rPr sz="2400" b="0">
                <a:latin typeface="Calibri"/>
                <a:solidFill>
                  <a:srgbClr val="FFFFFF"/>
                </a:solidFill>
              </a:rPr>
              <a:t>RQ2: How acceptable are microphone, camera and fallback packages?</a:t>
            </a:r>
          </a:p>
          <a:p>
            <a:pPr marL="0" indent="0">
              <a:buNone/>
              <a:spcAft>
                <a:spcPts val="1400"/>
              </a:spcAft>
              <a:lnSpc>
                <a:spcPct val="110000"/>
              </a:lnSpc>
            </a:pPr>
            <a:r>
              <a:rPr sz="2400" b="0">
                <a:latin typeface="Calibri"/>
                <a:solidFill>
                  <a:srgbClr val="FFFFFF"/>
                </a:solidFill>
              </a:rPr>
              <a:t>RQ3: When do users prefer memory or fresh consent?</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3</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Research questions</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Proposed questions for the current thesis scope</a:t>
            </a:r>
          </a:p>
        </p:txBody>
      </p:sp>
    </p:spTree>
  </p:cSld>
  <p:clrMapOvr>
    <a:masterClrMapping/>
  </p:clrMapOvr>
</p:sld>
</file>

<file path=ppt/slides/slide4.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Ohbot: spoken reminder or neutral greeting over USB.</a:t>
            </a:r>
          </a:p>
          <a:p>
            <a:pPr marL="0" indent="0">
              <a:buNone/>
              <a:spcAft>
                <a:spcPts val="1400"/>
              </a:spcAft>
              <a:lnSpc>
                <a:spcPct val="110000"/>
              </a:lnSpc>
            </a:pPr>
            <a:r>
              <a:rPr sz="2400" b="0">
                <a:latin typeface="Calibri"/>
                <a:solidFill>
                  <a:srgbClr val="FFFFFF"/>
                </a:solidFill>
              </a:rPr>
              <a:t>Bangle.js: private Yes/No prompt and reminder over BLE.</a:t>
            </a:r>
          </a:p>
          <a:p>
            <a:pPr marL="0" indent="0">
              <a:buNone/>
              <a:spcAft>
                <a:spcPts val="1400"/>
              </a:spcAft>
              <a:lnSpc>
                <a:spcPct val="110000"/>
              </a:lnSpc>
            </a:pPr>
            <a:r>
              <a:rPr sz="2400" b="0">
                <a:latin typeface="Calibri"/>
                <a:solidFill>
                  <a:srgbClr val="FFFFFF"/>
                </a:solidFill>
              </a:rPr>
              <a:t>Python: scheduling, sensitivity, recognition and policy.</a:t>
            </a:r>
          </a:p>
          <a:p>
            <a:pPr marL="0" indent="0">
              <a:buNone/>
              <a:spcAft>
                <a:spcPts val="1400"/>
              </a:spcAft>
              <a:lnSpc>
                <a:spcPct val="110000"/>
              </a:lnSpc>
            </a:pPr>
            <a:r>
              <a:rPr sz="2400" b="0">
                <a:latin typeface="Calibri"/>
                <a:solidFill>
                  <a:srgbClr val="FFFFFF"/>
                </a:solidFill>
              </a:rPr>
              <a:t>Camera and microphone: estimate bystander presence.</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4</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System components</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Ohbot and Bangle.js communicate through a Python host</a:t>
            </a:r>
          </a:p>
        </p:txBody>
      </p:sp>
    </p:spTree>
  </p:cSld>
  <p:clrMapOvr>
    <a:masterClrMapping/>
  </p:clrMapOvr>
</p:sld>
</file>

<file path=ppt/slides/slide5.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Non-sensitive: speak at the scheduled time.</a:t>
            </a:r>
          </a:p>
          <a:p>
            <a:pPr marL="0" indent="0">
              <a:buNone/>
              <a:spcAft>
                <a:spcPts val="1400"/>
              </a:spcAft>
              <a:lnSpc>
                <a:spcPct val="110000"/>
              </a:lnSpc>
            </a:pPr>
            <a:r>
              <a:rPr sz="2400" b="0">
                <a:latin typeface="Calibri"/>
                <a:solidFill>
                  <a:srgbClr val="FFFFFF"/>
                </a:solidFill>
              </a:rPr>
              <a:t>Sensitive, no detected bystander: allow spoken delivery.</a:t>
            </a:r>
          </a:p>
          <a:p>
            <a:pPr marL="0" indent="0">
              <a:buNone/>
              <a:spcAft>
                <a:spcPts val="1400"/>
              </a:spcAft>
              <a:lnSpc>
                <a:spcPct val="110000"/>
              </a:lnSpc>
            </a:pPr>
            <a:r>
              <a:rPr sz="2400" b="0">
                <a:latin typeface="Calibri"/>
                <a:solidFill>
                  <a:srgbClr val="FFFFFF"/>
                </a:solidFill>
              </a:rPr>
              <a:t>Bystander detected: request or retrieve a watch decision.</a:t>
            </a:r>
          </a:p>
          <a:p>
            <a:pPr marL="0" indent="0">
              <a:buNone/>
              <a:spcAft>
                <a:spcPts val="1400"/>
              </a:spcAft>
              <a:lnSpc>
                <a:spcPct val="110000"/>
              </a:lnSpc>
            </a:pPr>
            <a:r>
              <a:rPr sz="2400" b="0">
                <a:latin typeface="Calibri"/>
                <a:solidFill>
                  <a:srgbClr val="FFFFFF"/>
                </a:solidFill>
              </a:rPr>
              <a:t>Yes: speak. No or no reply: deliver privately to the watch.</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5</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Reminder delivery policy</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Sensitivity and social context determine the delivery path</a:t>
            </a:r>
          </a:p>
        </p:txBody>
      </p:sp>
    </p:spTree>
  </p:cSld>
  <p:clrMapOvr>
    <a:masterClrMapping/>
  </p:clrMapOvr>
</p:sld>
</file>

<file path=ppt/slides/slide6.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Microphone: detects visitors who speak while listening.</a:t>
            </a:r>
          </a:p>
          <a:p>
            <a:pPr marL="0" indent="0">
              <a:buNone/>
              <a:spcAft>
                <a:spcPts val="1400"/>
              </a:spcAft>
              <a:lnSpc>
                <a:spcPct val="110000"/>
              </a:lnSpc>
            </a:pPr>
            <a:r>
              <a:rPr sz="2400" b="0">
                <a:latin typeface="Calibri"/>
                <a:solidFill>
                  <a:srgbClr val="FFFFFF"/>
                </a:solidFill>
              </a:rPr>
              <a:t>Camera: detects visible faces, including silent visitors.</a:t>
            </a:r>
          </a:p>
          <a:p>
            <a:pPr marL="0" indent="0">
              <a:buNone/>
              <a:spcAft>
                <a:spcPts val="1400"/>
              </a:spcAft>
              <a:lnSpc>
                <a:spcPct val="110000"/>
              </a:lnSpc>
            </a:pPr>
            <a:r>
              <a:rPr sz="2400" b="0">
                <a:latin typeface="Calibri"/>
                <a:solidFill>
                  <a:srgbClr val="FFFFFF"/>
                </a:solidFill>
              </a:rPr>
              <a:t>Fallback: microphone first, camera after an audio miss.</a:t>
            </a:r>
          </a:p>
          <a:p>
            <a:pPr marL="0" indent="0">
              <a:buNone/>
              <a:spcAft>
                <a:spcPts val="1400"/>
              </a:spcAft>
              <a:lnSpc>
                <a:spcPct val="110000"/>
              </a:lnSpc>
            </a:pPr>
            <a:r>
              <a:rPr sz="2400" b="0">
                <a:latin typeface="Calibri"/>
                <a:solidFill>
                  <a:srgbClr val="FFFFFF"/>
                </a:solidFill>
              </a:rPr>
              <a:t>Face and voice identities remain separate.</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6</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Sensing packages</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Coverage and sensing burden differ across packages</a:t>
            </a:r>
          </a:p>
        </p:txBody>
      </p:sp>
    </p:spTree>
  </p:cSld>
  <p:clrMapOvr>
    <a:masterClrMapping/>
  </p:clrMapOvr>
</p:sld>
</file>

<file path=ppt/slides/slide7.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Remember: reuse a recognized bystander’s explicit Yes/No.</a:t>
            </a:r>
          </a:p>
          <a:p>
            <a:pPr marL="0" indent="0">
              <a:buNone/>
              <a:spcAft>
                <a:spcPts val="1400"/>
              </a:spcAft>
              <a:lnSpc>
                <a:spcPct val="110000"/>
              </a:lnSpc>
            </a:pPr>
            <a:r>
              <a:rPr sz="2400" b="0">
                <a:latin typeface="Calibri"/>
                <a:solidFill>
                  <a:srgbClr val="FFFFFF"/>
                </a:solidFill>
              </a:rPr>
              <a:t>Re-ask: request a fresh decision each time.</a:t>
            </a:r>
          </a:p>
          <a:p>
            <a:pPr marL="0" indent="0">
              <a:buNone/>
              <a:spcAft>
                <a:spcPts val="1400"/>
              </a:spcAft>
              <a:lnSpc>
                <a:spcPct val="110000"/>
              </a:lnSpc>
            </a:pPr>
            <a:r>
              <a:rPr sz="2400" b="0">
                <a:latin typeface="Calibri"/>
                <a:solidFill>
                  <a:srgbClr val="FFFFFF"/>
                </a:solidFill>
              </a:rPr>
              <a:t>Both policies retain recognition galleries.</a:t>
            </a:r>
          </a:p>
          <a:p>
            <a:pPr marL="0" indent="0">
              <a:buNone/>
              <a:spcAft>
                <a:spcPts val="1400"/>
              </a:spcAft>
              <a:lnSpc>
                <a:spcPct val="110000"/>
              </a:lnSpc>
            </a:pPr>
            <a:r>
              <a:rPr sz="2400" b="0">
                <a:latin typeface="Calibri"/>
                <a:solidFill>
                  <a:srgbClr val="FFFFFF"/>
                </a:solidFill>
              </a:rPr>
              <a:t>Expiry, topic-specific consent and watch editing are proposed.</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7</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Consent memory</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Remembered choices reduce prompts but may become stale</a:t>
            </a:r>
          </a:p>
        </p:txBody>
      </p:sp>
    </p:spTree>
  </p:cSld>
  <p:clrMapOvr>
    <a:masterClrMapping/>
  </p:clrMapOvr>
</p:sld>
</file>

<file path=ppt/slides/slide8.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Implemented: reminder capture, scheduling and sensitivity.</a:t>
            </a:r>
          </a:p>
          <a:p>
            <a:pPr marL="0" indent="0">
              <a:buNone/>
              <a:spcAft>
                <a:spcPts val="1400"/>
              </a:spcAft>
              <a:lnSpc>
                <a:spcPct val="110000"/>
              </a:lnSpc>
            </a:pPr>
            <a:r>
              <a:rPr sz="2400" b="0">
                <a:latin typeface="Calibri"/>
                <a:solidFill>
                  <a:srgbClr val="FFFFFF"/>
                </a:solidFill>
              </a:rPr>
              <a:t>Implemented: enrollment, sensing and watch consent.</a:t>
            </a:r>
          </a:p>
          <a:p>
            <a:pPr marL="0" indent="0">
              <a:buNone/>
              <a:spcAft>
                <a:spcPts val="1400"/>
              </a:spcAft>
              <a:lnSpc>
                <a:spcPct val="110000"/>
              </a:lnSpc>
            </a:pPr>
            <a:r>
              <a:rPr sz="2400" b="0">
                <a:latin typeface="Calibri"/>
                <a:solidFill>
                  <a:srgbClr val="FFFFFF"/>
                </a:solidFill>
              </a:rPr>
              <a:t>Implemented: standalone and fused engines with both policies.</a:t>
            </a:r>
          </a:p>
          <a:p>
            <a:pPr marL="0" indent="0">
              <a:buNone/>
              <a:spcAft>
                <a:spcPts val="1400"/>
              </a:spcAft>
              <a:lnSpc>
                <a:spcPct val="110000"/>
              </a:lnSpc>
            </a:pPr>
            <a:r>
              <a:rPr sz="2400" b="0">
                <a:latin typeface="Calibri"/>
                <a:solidFill>
                  <a:srgbClr val="FFFFFF"/>
                </a:solidFill>
              </a:rPr>
              <a:t>Prepared: presentation UI, benchmarks and survey materials.</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8</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Prototype progress</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The repository contains the full delivery workflow</a:t>
            </a:r>
          </a:p>
        </p:txBody>
      </p:sp>
    </p:spTree>
  </p:cSld>
  <p:clrMapOvr>
    <a:masterClrMapping/>
  </p:clrMapOvr>
</p:sld>
</file>

<file path=ppt/slides/slide9.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YuNet detection: 5.15 ms median per 640×480 frame.</a:t>
            </a:r>
          </a:p>
          <a:p>
            <a:pPr marL="0" indent="0">
              <a:buNone/>
              <a:spcAft>
                <a:spcPts val="1400"/>
              </a:spcAft>
              <a:lnSpc>
                <a:spcPct val="110000"/>
              </a:lnSpc>
            </a:pPr>
            <a:r>
              <a:rPr sz="2400" b="0">
                <a:latin typeface="Calibri"/>
                <a:solidFill>
                  <a:srgbClr val="FFFFFF"/>
                </a:solidFill>
              </a:rPr>
              <a:t>SFace recognition: 7.33 ms per 112×112 face crop.</a:t>
            </a:r>
          </a:p>
          <a:p>
            <a:pPr marL="0" indent="0">
              <a:buNone/>
              <a:spcAft>
                <a:spcPts val="1400"/>
              </a:spcAft>
              <a:lnSpc>
                <a:spcPct val="110000"/>
              </a:lnSpc>
            </a:pPr>
            <a:r>
              <a:rPr sz="2400" b="0">
                <a:latin typeface="Calibri"/>
                <a:solidFill>
                  <a:srgbClr val="FFFFFF"/>
                </a:solidFill>
              </a:rPr>
              <a:t>Resemblyzer: 23.74 ms per 6-second utterance.</a:t>
            </a:r>
          </a:p>
          <a:p>
            <a:pPr marL="0" indent="0">
              <a:buNone/>
              <a:spcAft>
                <a:spcPts val="1400"/>
              </a:spcAft>
              <a:lnSpc>
                <a:spcPct val="110000"/>
              </a:lnSpc>
            </a:pPr>
            <a:r>
              <a:rPr sz="2400" b="0">
                <a:latin typeface="Calibri"/>
                <a:solidFill>
                  <a:srgbClr val="FFFFFF"/>
                </a:solidFill>
              </a:rPr>
              <a:t>Accuracy and end-to-end delay remain to measure.</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9</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Early technical measurements</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Bundled CPU measurements support further testing</a:t>
            </a:r>
          </a:p>
        </p:txBody>
      </p:sp>
    </p:spTree>
  </p:cSld>
  <p:clrMapOvr>
    <a:masterClrMapping/>
  </p:clrMapOvr>
</p:sld>
</file>

<file path=ppt/slides/slide10.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Each person sees 2 microphone, 2 camera and 2 fallback stories.</a:t>
            </a:r>
          </a:p>
          <a:p>
            <a:pPr marL="0" indent="0">
              <a:buNone/>
              <a:spcAft>
                <a:spcPts val="1400"/>
              </a:spcAft>
              <a:lnSpc>
                <a:spcPct val="110000"/>
              </a:lnSpc>
            </a:pPr>
            <a:r>
              <a:rPr sz="2400" b="0">
                <a:latin typeface="Calibri"/>
                <a:solidFill>
                  <a:srgbClr val="FFFFFF"/>
                </a:solidFill>
              </a:rPr>
              <a:t>Three topics crossed with friend/home and colleague/office.</a:t>
            </a:r>
          </a:p>
          <a:p>
            <a:pPr marL="0" indent="0">
              <a:buNone/>
              <a:spcAft>
                <a:spcPts val="1400"/>
              </a:spcAft>
              <a:lnSpc>
                <a:spcPct val="110000"/>
              </a:lnSpc>
            </a:pPr>
            <a:r>
              <a:rPr sz="2400" b="0">
                <a:latin typeface="Calibri"/>
                <a:solidFill>
                  <a:srgbClr val="FFFFFF"/>
                </a:solidFill>
              </a:rPr>
              <a:t>Each package has one Yes/aloud and one No/private outcome.</a:t>
            </a:r>
          </a:p>
          <a:p>
            <a:pPr marL="0" indent="0">
              <a:buNone/>
              <a:spcAft>
                <a:spcPts val="1400"/>
              </a:spcAft>
              <a:lnSpc>
                <a:spcPct val="110000"/>
              </a:lnSpc>
            </a:pPr>
            <a:r>
              <a:rPr sz="2400" b="0">
                <a:latin typeface="Calibri"/>
                <a:solidFill>
                  <a:srgbClr val="FFFFFF"/>
                </a:solidFill>
              </a:rPr>
              <a:t>Allocation and story order rotate across 36 cells.</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10</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Main study design</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Six matched stories compare three sensing packages</a:t>
            </a:r>
          </a:p>
        </p:txBody>
      </p:sp>
    </p:spTree>
  </p:cSld>
  <p:clrMapOvr>
    <a:masterClrMapping/>
  </p:clrMapOvr>
</p:sld>
</file>

<file path=ppt/slides/slide11.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Primary: Q10 acceptability, fallback versus each single sensor.</a:t>
            </a:r>
          </a:p>
          <a:p>
            <a:pPr marL="0" indent="0">
              <a:buNone/>
              <a:spcAft>
                <a:spcPts val="1400"/>
              </a:spcAft>
              <a:lnSpc>
                <a:spcPct val="110000"/>
              </a:lnSpc>
            </a:pPr>
            <a:r>
              <a:rPr sz="2400" b="0">
                <a:latin typeface="Calibri"/>
                <a:solidFill>
                  <a:srgbClr val="FFFFFF"/>
                </a:solidFill>
              </a:rPr>
              <a:t>Secondary: privacy, trust, sensing comfort and control.</a:t>
            </a:r>
          </a:p>
          <a:p>
            <a:pPr marL="0" indent="0">
              <a:buNone/>
              <a:spcAft>
                <a:spcPts val="1400"/>
              </a:spcAft>
              <a:lnSpc>
                <a:spcPct val="110000"/>
              </a:lnSpc>
            </a:pPr>
            <a:r>
              <a:rPr sz="2400" b="0">
                <a:latin typeface="Calibri"/>
                <a:solidFill>
                  <a:srgbClr val="FFFFFF"/>
                </a:solidFill>
              </a:rPr>
              <a:t>Planned: ordinal mixed model for repeated participant ratings.</a:t>
            </a:r>
          </a:p>
          <a:p>
            <a:pPr marL="0" indent="0">
              <a:buNone/>
              <a:spcAft>
                <a:spcPts val="1400"/>
              </a:spcAft>
              <a:lnSpc>
                <a:spcPct val="110000"/>
              </a:lnSpc>
            </a:pPr>
            <a:r>
              <a:rPr sz="2400" b="0">
                <a:latin typeface="Calibri"/>
                <a:solidFill>
                  <a:srgbClr val="FFFFFF"/>
                </a:solidFill>
              </a:rPr>
              <a:t>Power simulation and a cognitive pilot precede recruitment.</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11</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Outcomes and analysis</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Acceptability is the primary outcome</a:t>
            </a:r>
          </a:p>
        </p:txBody>
      </p:sp>
    </p:spTree>
  </p:cSld>
  <p:clrMapOvr>
    <a:masterClrMapping/>
  </p:clrMapOvr>
</p:sld>
</file>

<file path=ppt/slides/slide12.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Main visitors speak, so the fallback camera stays inactive.</a:t>
            </a:r>
          </a:p>
          <a:p>
            <a:pPr marL="0" indent="0">
              <a:buNone/>
              <a:spcAft>
                <a:spcPts val="1400"/>
              </a:spcAft>
              <a:lnSpc>
                <a:spcPct val="110000"/>
              </a:lnSpc>
            </a:pPr>
            <a:r>
              <a:rPr sz="2400" b="0">
                <a:latin typeface="Calibri"/>
                <a:solidFill>
                  <a:srgbClr val="FFFFFF"/>
                </a:solidFill>
              </a:rPr>
              <a:t>Timing and head movement differ between packages.</a:t>
            </a:r>
          </a:p>
          <a:p>
            <a:pPr marL="0" indent="0">
              <a:buNone/>
              <a:spcAft>
                <a:spcPts val="1400"/>
              </a:spcAft>
              <a:lnSpc>
                <a:spcPct val="110000"/>
              </a:lnSpc>
            </a:pPr>
            <a:r>
              <a:rPr sz="2400" b="0">
                <a:latin typeface="Calibri"/>
                <a:solidFill>
                  <a:srgbClr val="FFFFFF"/>
                </a:solidFill>
              </a:rPr>
              <a:t>The no-sensor story changes policy and is exploratory.</a:t>
            </a:r>
          </a:p>
          <a:p>
            <a:pPr marL="0" indent="0">
              <a:buNone/>
              <a:spcAft>
                <a:spcPts val="1400"/>
              </a:spcAft>
              <a:lnSpc>
                <a:spcPct val="110000"/>
              </a:lnSpc>
            </a:pPr>
            <a:r>
              <a:rPr sz="2400" b="0">
                <a:latin typeface="Calibri"/>
                <a:solidFill>
                  <a:srgbClr val="FFFFFF"/>
                </a:solidFill>
              </a:rPr>
              <a:t>Memory questions measure preference, not treatment effects.</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12</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Study interpretation</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The main outcome concerns described sensing packages</a:t>
            </a:r>
          </a:p>
        </p:txBody>
      </p:sp>
    </p:spTree>
  </p:cSld>
  <p:clrMapOvr>
    <a:masterClrMapping/>
  </p:clrMapOvr>
</p:sld>
</file>

<file path=ppt/slides/slide13.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1. Freeze behavior, stimuli and approved study information.</a:t>
            </a:r>
          </a:p>
          <a:p>
            <a:pPr marL="0" indent="0">
              <a:buNone/>
              <a:spcAft>
                <a:spcPts val="1400"/>
              </a:spcAft>
              <a:lnSpc>
                <a:spcPct val="110000"/>
              </a:lnSpc>
            </a:pPr>
            <a:r>
              <a:rPr sz="2400" b="0">
                <a:latin typeface="Calibri"/>
                <a:solidFill>
                  <a:srgbClr val="FFFFFF"/>
                </a:solidFill>
              </a:rPr>
              <a:t>2. Pilot comprehension and burden, then finalize power.</a:t>
            </a:r>
          </a:p>
          <a:p>
            <a:pPr marL="0" indent="0">
              <a:buNone/>
              <a:spcAft>
                <a:spcPts val="1400"/>
              </a:spcAft>
              <a:lnSpc>
                <a:spcPct val="110000"/>
              </a:lnSpc>
            </a:pPr>
            <a:r>
              <a:rPr sz="2400" b="0">
                <a:latin typeface="Calibri"/>
                <a:solidFill>
                  <a:srgbClr val="FFFFFF"/>
                </a:solidFill>
              </a:rPr>
              <a:t>3. Recruit, collect ratings and test recognition robustness.</a:t>
            </a:r>
          </a:p>
          <a:p>
            <a:pPr marL="0" indent="0">
              <a:buNone/>
              <a:spcAft>
                <a:spcPts val="1400"/>
              </a:spcAft>
              <a:lnSpc>
                <a:spcPct val="110000"/>
              </a:lnSpc>
            </a:pPr>
            <a:r>
              <a:rPr sz="2400" b="0">
                <a:latin typeface="Calibri"/>
                <a:solidFill>
                  <a:srgbClr val="FFFFFF"/>
                </a:solidFill>
              </a:rPr>
              <a:t>4. Analyze effects and limitations, then complete the thesis.</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13</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Remaining work</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Proposed sequence for the second half of the thesis</a:t>
            </a:r>
          </a:p>
        </p:txBody>
      </p:sp>
    </p:spTree>
  </p:cSld>
  <p:clrMapOvr>
    <a:masterClrMapping/>
  </p:clrMapOvr>
</p:sld>
</file>

<file path=ppt/slides/slide14.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The watch provides private consent and delivery.</a:t>
            </a:r>
          </a:p>
          <a:p>
            <a:pPr marL="0" indent="0">
              <a:buNone/>
              <a:spcAft>
                <a:spcPts val="1400"/>
              </a:spcAft>
              <a:lnSpc>
                <a:spcPct val="110000"/>
              </a:lnSpc>
            </a:pPr>
            <a:r>
              <a:rPr sz="2400" b="0">
                <a:latin typeface="Calibri"/>
                <a:solidFill>
                  <a:srgbClr val="FFFFFF"/>
                </a:solidFill>
              </a:rPr>
              <a:t>Early latency measurements support component feasibility.</a:t>
            </a:r>
          </a:p>
          <a:p>
            <a:pPr marL="0" indent="0">
              <a:buNone/>
              <a:spcAft>
                <a:spcPts val="1400"/>
              </a:spcAft>
              <a:lnSpc>
                <a:spcPct val="110000"/>
              </a:lnSpc>
            </a:pPr>
            <a:r>
              <a:rPr sz="2400" b="0">
                <a:latin typeface="Calibri"/>
                <a:solidFill>
                  <a:srgbClr val="FFFFFF"/>
                </a:solidFill>
              </a:rPr>
              <a:t>The revised study separates sensing from memory preferences.</a:t>
            </a:r>
          </a:p>
          <a:p>
            <a:pPr marL="0" indent="0">
              <a:buNone/>
              <a:spcAft>
                <a:spcPts val="1400"/>
              </a:spcAft>
              <a:lnSpc>
                <a:spcPct val="110000"/>
              </a:lnSpc>
            </a:pPr>
            <a:r>
              <a:rPr sz="2400" b="0">
                <a:latin typeface="Calibri"/>
                <a:solidFill>
                  <a:srgbClr val="FFFFFF"/>
                </a:solidFill>
              </a:rPr>
              <a:t>Feedback: retain this scope or add live fallback evaluation?</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14</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Midterm takeaway</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The prototype is implemented. Human evaluation is next.</a:t>
            </a:r>
          </a:p>
        </p:txBody>
      </p:sp>
    </p:spTree>
  </p:cSld>
  <p:clrMapOvr>
    <a:masterClrMapping/>
  </p:clrMapOvr>
</p:sld>
</file>

<file path=ppt/slides/slide15.xml><?xml version="1.0" encoding="utf-8"?>
<p:sld xmlns:a="http://schemas.openxmlformats.org/drawingml/2006/main" xmlns:p="http://schemas.openxmlformats.org/presentationml/2006/main">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551384" y="2060848"/>
            <a:ext cx="7920880" cy="3744000"/>
          </a:xfrm>
          <a:prstGeom prst="rect">
            <a:avLst/>
          </a:prstGeom>
          <a:noFill/>
          <a:ln>
            <a:noFill/>
          </a:ln>
        </p:spPr>
        <p:txBody>
          <a:bodyPr anchorCtr="0" anchor="t" bIns="0" lIns="0" spcFirstLastPara="1" rIns="0" wrap="square" tIns="54000">
            <a:noAutofit/>
          </a:bodyPr>
          <a:lstStyle/>
          <a:p>
            <a:pPr marL="0" indent="0">
              <a:buNone/>
              <a:spcAft>
                <a:spcPts val="1400"/>
              </a:spcAft>
              <a:lnSpc>
                <a:spcPct val="110000"/>
              </a:lnSpc>
            </a:pPr>
            <a:r>
              <a:rPr sz="2400" b="0">
                <a:latin typeface="Calibri"/>
                <a:solidFill>
                  <a:srgbClr val="FFFFFF"/>
                </a:solidFill>
              </a:rPr>
              <a:t>Study scope and fallback evaluation</a:t>
            </a:r>
          </a:p>
          <a:p>
            <a:pPr marL="0" indent="0">
              <a:buNone/>
              <a:spcAft>
                <a:spcPts val="1400"/>
              </a:spcAft>
              <a:lnSpc>
                <a:spcPct val="110000"/>
              </a:lnSpc>
            </a:pPr>
            <a:r>
              <a:rPr sz="2400" b="0">
                <a:latin typeface="Calibri"/>
                <a:solidFill>
                  <a:srgbClr val="FFFFFF"/>
                </a:solidFill>
              </a:rPr>
              <a:t>Consent expiry and changing social context</a:t>
            </a:r>
          </a:p>
          <a:p>
            <a:pPr marL="0" indent="0">
              <a:buNone/>
              <a:spcAft>
                <a:spcPts val="1400"/>
              </a:spcAft>
              <a:lnSpc>
                <a:spcPct val="110000"/>
              </a:lnSpc>
            </a:pPr>
            <a:r>
              <a:rPr sz="2400" b="0">
                <a:latin typeface="Calibri"/>
                <a:solidFill>
                  <a:srgbClr val="FFFFFF"/>
                </a:solidFill>
              </a:rPr>
              <a:t>Recognition robustness and sensing permissions</a:t>
            </a:r>
          </a:p>
        </p:txBody>
      </p:sp>
      <p:sp>
        <p:nvSpPr>
          <p:cNvPr id="231" name="Google Shape;231;p25"/>
          <p:cNvSpPr txBox="1"/>
          <p:nvPr>
            <p:ph idx="10" type="dt"/>
          </p:nvPr>
        </p:nvSpPr>
        <p:spPr>
          <a:xfrm>
            <a:off x="9840416" y="6453352"/>
            <a:ext cx="1512000" cy="144000"/>
          </a:xfrm>
          <a:prstGeom prst="rect">
            <a:avLst/>
          </a:prstGeom>
          <a:noFill/>
          <a:ln>
            <a:noFill/>
          </a:ln>
        </p:spPr>
        <p:txBody>
          <a:bodyPr anchorCtr="0" anchor="t" bIns="0" lIns="0" spcFirstLastPara="1" rIns="0" wrap="square" tIns="43200">
            <a:noAutofit/>
          </a:bodyPr>
          <a:lstStyle/>
          <a:p>
            <a:pPr marL="0" indent="0">
              <a:buNone/>
              <a:spcAft>
                <a:spcPts val="0"/>
              </a:spcAft>
              <a:lnSpc>
                <a:spcPct val="110000"/>
              </a:lnSpc>
            </a:pPr>
            <a:r>
              <a:rPr sz="800" b="0">
                <a:latin typeface="Calibri"/>
                <a:solidFill>
                  <a:srgbClr val="666666"/>
                </a:solidFill>
              </a:rPr>
              <a:t>5 October 2026</a:t>
            </a:r>
          </a:p>
        </p:txBody>
      </p:sp>
      <p:sp>
        <p:nvSpPr>
          <p:cNvPr id="232" name="Google Shape;232;p25"/>
          <p:cNvSpPr txBox="1"/>
          <p:nvPr>
            <p:ph idx="11" type="ftr"/>
          </p:nvPr>
        </p:nvSpPr>
        <p:spPr>
          <a:xfrm>
            <a:off x="5375920" y="6453336"/>
            <a:ext cx="4320000" cy="144000"/>
          </a:xfrm>
          <a:prstGeom prst="rect">
            <a:avLst/>
          </a:prstGeom>
          <a:noFill/>
          <a:ln>
            <a:noFill/>
          </a:ln>
        </p:spPr>
        <p:txBody>
          <a:bodyPr anchorCtr="0" anchor="t" bIns="0" lIns="0" spcFirstLastPara="1" rIns="14400" wrap="square" tIns="43200">
            <a:noAutofit/>
          </a:bodyPr>
          <a:lstStyle/>
          <a:p>
            <a:pPr marL="0" indent="0">
              <a:buNone/>
              <a:spcAft>
                <a:spcPts val="0"/>
              </a:spcAft>
              <a:lnSpc>
                <a:spcPct val="110000"/>
              </a:lnSpc>
            </a:pPr>
            <a:r>
              <a:rPr sz="800" b="0">
                <a:latin typeface="Calibri"/>
                <a:solidFill>
                  <a:srgbClr val="666666"/>
                </a:solidFill>
              </a:rPr>
              <a:t>Master’s thesis midterm</a:t>
            </a:r>
          </a:p>
        </p:txBody>
      </p:sp>
      <p:sp>
        <p:nvSpPr>
          <p:cNvPr id="233" name="Google Shape;233;p25"/>
          <p:cNvSpPr txBox="1"/>
          <p:nvPr>
            <p:ph idx="12" type="sldNum"/>
          </p:nvPr>
        </p:nvSpPr>
        <p:spPr>
          <a:xfrm>
            <a:off x="11352584" y="6453336"/>
            <a:ext cx="289248" cy="144000"/>
          </a:xfrm>
          <a:prstGeom prst="rect">
            <a:avLst/>
          </a:prstGeom>
          <a:noFill/>
          <a:ln>
            <a:noFill/>
          </a:ln>
        </p:spPr>
        <p:txBody>
          <a:bodyPr anchorCtr="0" anchor="t" bIns="0" lIns="0" spcFirstLastPara="1" rIns="0" wrap="square" tIns="7200">
            <a:noAutofit/>
          </a:bodyPr>
          <a:lstStyle/>
          <a:p>
            <a:pPr marL="0" indent="0">
              <a:buNone/>
              <a:spcAft>
                <a:spcPts val="0"/>
              </a:spcAft>
              <a:lnSpc>
                <a:spcPct val="110000"/>
              </a:lnSpc>
            </a:pPr>
            <a:r>
              <a:rPr sz="800" b="0">
                <a:latin typeface="Calibri"/>
                <a:solidFill>
                  <a:srgbClr val="666666"/>
                </a:solidFill>
              </a:rPr>
              <a:t>15</a:t>
            </a:r>
          </a:p>
        </p:txBody>
      </p:sp>
      <p:sp>
        <p:nvSpPr>
          <p:cNvPr id="234" name="Google Shape;234;p25"/>
          <p:cNvSpPr txBox="1"/>
          <p:nvPr>
            <p:ph type="title"/>
          </p:nvPr>
        </p:nvSpPr>
        <p:spPr>
          <a:xfrm>
            <a:off x="551384" y="620792"/>
            <a:ext cx="11088000" cy="432000"/>
          </a:xfrm>
          <a:prstGeom prst="rect">
            <a:avLst/>
          </a:prstGeom>
          <a:noFill/>
          <a:ln>
            <a:noFill/>
          </a:ln>
        </p:spPr>
        <p:txBody>
          <a:bodyPr anchorCtr="0" anchor="t" bIns="0" lIns="0" spcFirstLastPara="1" rIns="0" wrap="square" tIns="0">
            <a:noAutofit/>
          </a:bodyPr>
          <a:lstStyle/>
          <a:p>
            <a:pPr marL="0" indent="0">
              <a:buNone/>
              <a:spcAft>
                <a:spcPts val="0"/>
              </a:spcAft>
              <a:lnSpc>
                <a:spcPct val="110000"/>
              </a:lnSpc>
            </a:pPr>
            <a:r>
              <a:rPr sz="3200" b="1">
                <a:latin typeface="Calibri"/>
                <a:solidFill>
                  <a:srgbClr val="173E56"/>
                </a:solidFill>
              </a:rPr>
              <a:t>Discussion</a:t>
            </a:r>
          </a:p>
        </p:txBody>
      </p:sp>
      <p:sp>
        <p:nvSpPr>
          <p:cNvPr id="235" name="Google Shape;235;p25"/>
          <p:cNvSpPr txBox="1"/>
          <p:nvPr>
            <p:ph idx="2" type="body"/>
          </p:nvPr>
        </p:nvSpPr>
        <p:spPr>
          <a:xfrm>
            <a:off x="552151" y="1124792"/>
            <a:ext cx="8338341" cy="432000"/>
          </a:xfrm>
          <a:prstGeom prst="rect">
            <a:avLst/>
          </a:prstGeom>
          <a:noFill/>
          <a:ln>
            <a:noFill/>
          </a:ln>
        </p:spPr>
        <p:txBody>
          <a:bodyPr anchorCtr="0" anchor="t" bIns="0" lIns="0" spcFirstLastPara="1" rIns="0" wrap="square" tIns="36000">
            <a:noAutofit/>
          </a:bodyPr>
          <a:lstStyle/>
          <a:p>
            <a:pPr marL="0" indent="0">
              <a:buNone/>
              <a:spcAft>
                <a:spcPts val="0"/>
              </a:spcAft>
              <a:lnSpc>
                <a:spcPct val="110000"/>
              </a:lnSpc>
            </a:pPr>
            <a:r>
              <a:rPr sz="2000" b="0">
                <a:latin typeface="Calibri"/>
                <a:solidFill>
                  <a:srgbClr val="173E56"/>
                </a:solidFill>
              </a:rPr>
              <a:t>Thank you</a:t>
            </a:r>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Fakultät_IV">
      <a:dk1>
        <a:srgbClr val="00385F"/>
      </a:dk1>
      <a:lt1>
        <a:srgbClr val="FFFFFF"/>
      </a:lt1>
      <a:dk2>
        <a:srgbClr val="FFFFFF"/>
      </a:dk2>
      <a:lt2>
        <a:srgbClr val="E7E6E6"/>
      </a:lt2>
      <a:accent1>
        <a:srgbClr val="00385F"/>
      </a:accent1>
      <a:accent2>
        <a:srgbClr val="5F5B93"/>
      </a:accent2>
      <a:accent3>
        <a:srgbClr val="A78EC2"/>
      </a:accent3>
      <a:accent4>
        <a:srgbClr val="657280"/>
      </a:accent4>
      <a:accent5>
        <a:srgbClr val="5F5B93"/>
      </a:accent5>
      <a:accent6>
        <a:srgbClr val="657280"/>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